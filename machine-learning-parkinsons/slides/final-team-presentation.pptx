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7" r:id="rId1"/>
  </p:sldMasterIdLst>
  <p:notesMasterIdLst>
    <p:notesMasterId r:id="rId23"/>
  </p:notesMasterIdLst>
  <p:sldIdLst>
    <p:sldId id="256" r:id="rId2"/>
    <p:sldId id="257" r:id="rId3"/>
    <p:sldId id="258" r:id="rId4"/>
    <p:sldId id="259" r:id="rId5"/>
    <p:sldId id="261" r:id="rId6"/>
    <p:sldId id="260" r:id="rId7"/>
    <p:sldId id="262" r:id="rId8"/>
    <p:sldId id="263" r:id="rId9"/>
    <p:sldId id="264" r:id="rId10"/>
    <p:sldId id="265" r:id="rId11"/>
    <p:sldId id="266" r:id="rId12"/>
    <p:sldId id="267" r:id="rId13"/>
    <p:sldId id="268" r:id="rId14"/>
    <p:sldId id="269" r:id="rId15"/>
    <p:sldId id="275" r:id="rId16"/>
    <p:sldId id="270" r:id="rId17"/>
    <p:sldId id="271" r:id="rId18"/>
    <p:sldId id="272" r:id="rId19"/>
    <p:sldId id="273" r:id="rId20"/>
    <p:sldId id="274"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B808AE-7BEC-BB43-827B-85D3ADB91D04}" v="3100" dt="2023-04-17T23:13:51.641"/>
    <p1510:client id="{DC5B47D3-E112-BBA0-2B8D-5C4B29CA972C}" v="121" dt="2023-04-17T23:29:51.125"/>
  </p1510:revLst>
</p1510:revInfo>
</file>

<file path=ppt/tableStyles.xml><?xml version="1.0" encoding="utf-8"?>
<a:tblStyleLst xmlns:a="http://schemas.openxmlformats.org/drawingml/2006/main" def="{5C22544A-7EE6-4342-B048-85BDC9FD1C3A}">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oker, Quiera S" userId="S::quiera.s.bookernubie@uth.tmc.edu::19bf8334-6809-4834-a01e-28598a3eca14" providerId="AD" clId="Web-{6E1513D0-9F85-4B83-9B25-CB28979CB570}"/>
    <pc:docChg chg="modSld addMainMaster delMainMaster">
      <pc:chgData name="Booker, Quiera S" userId="S::quiera.s.bookernubie@uth.tmc.edu::19bf8334-6809-4834-a01e-28598a3eca14" providerId="AD" clId="Web-{6E1513D0-9F85-4B83-9B25-CB28979CB570}" dt="2023-04-06T20:47:50.891" v="0"/>
      <pc:docMkLst>
        <pc:docMk/>
      </pc:docMkLst>
      <pc:sldChg chg="addSp modSp mod setBg modClrScheme chgLayout">
        <pc:chgData name="Booker, Quiera S" userId="S::quiera.s.bookernubie@uth.tmc.edu::19bf8334-6809-4834-a01e-28598a3eca14" providerId="AD" clId="Web-{6E1513D0-9F85-4B83-9B25-CB28979CB570}" dt="2023-04-06T20:47:50.891" v="0"/>
        <pc:sldMkLst>
          <pc:docMk/>
          <pc:sldMk cId="109857222" sldId="256"/>
        </pc:sldMkLst>
        <pc:spChg chg="mod">
          <ac:chgData name="Booker, Quiera S" userId="S::quiera.s.bookernubie@uth.tmc.edu::19bf8334-6809-4834-a01e-28598a3eca14" providerId="AD" clId="Web-{6E1513D0-9F85-4B83-9B25-CB28979CB570}" dt="2023-04-06T20:47:50.891" v="0"/>
          <ac:spMkLst>
            <pc:docMk/>
            <pc:sldMk cId="109857222" sldId="256"/>
            <ac:spMk id="2" creationId="{00000000-0000-0000-0000-000000000000}"/>
          </ac:spMkLst>
        </pc:spChg>
        <pc:spChg chg="mod">
          <ac:chgData name="Booker, Quiera S" userId="S::quiera.s.bookernubie@uth.tmc.edu::19bf8334-6809-4834-a01e-28598a3eca14" providerId="AD" clId="Web-{6E1513D0-9F85-4B83-9B25-CB28979CB570}" dt="2023-04-06T20:47:50.891" v="0"/>
          <ac:spMkLst>
            <pc:docMk/>
            <pc:sldMk cId="109857222" sldId="256"/>
            <ac:spMk id="3" creationId="{00000000-0000-0000-0000-000000000000}"/>
          </ac:spMkLst>
        </pc:spChg>
        <pc:spChg chg="add">
          <ac:chgData name="Booker, Quiera S" userId="S::quiera.s.bookernubie@uth.tmc.edu::19bf8334-6809-4834-a01e-28598a3eca14" providerId="AD" clId="Web-{6E1513D0-9F85-4B83-9B25-CB28979CB570}" dt="2023-04-06T20:47:50.891" v="0"/>
          <ac:spMkLst>
            <pc:docMk/>
            <pc:sldMk cId="109857222" sldId="256"/>
            <ac:spMk id="9" creationId="{9B45BA4C-9B54-4496-821F-9E0985CA984D}"/>
          </ac:spMkLst>
        </pc:spChg>
        <pc:spChg chg="add">
          <ac:chgData name="Booker, Quiera S" userId="S::quiera.s.bookernubie@uth.tmc.edu::19bf8334-6809-4834-a01e-28598a3eca14" providerId="AD" clId="Web-{6E1513D0-9F85-4B83-9B25-CB28979CB570}" dt="2023-04-06T20:47:50.891" v="0"/>
          <ac:spMkLst>
            <pc:docMk/>
            <pc:sldMk cId="109857222" sldId="256"/>
            <ac:spMk id="11" creationId="{85E1BB9D-FAFF-4C3E-9E44-13F8FBABCD62}"/>
          </ac:spMkLst>
        </pc:spChg>
        <pc:spChg chg="add">
          <ac:chgData name="Booker, Quiera S" userId="S::quiera.s.bookernubie@uth.tmc.edu::19bf8334-6809-4834-a01e-28598a3eca14" providerId="AD" clId="Web-{6E1513D0-9F85-4B83-9B25-CB28979CB570}" dt="2023-04-06T20:47:50.891" v="0"/>
          <ac:spMkLst>
            <pc:docMk/>
            <pc:sldMk cId="109857222" sldId="256"/>
            <ac:spMk id="13" creationId="{A8DDC302-DBEC-4742-B54B-5E9AAFE96961}"/>
          </ac:spMkLst>
        </pc:spChg>
        <pc:picChg chg="add">
          <ac:chgData name="Booker, Quiera S" userId="S::quiera.s.bookernubie@uth.tmc.edu::19bf8334-6809-4834-a01e-28598a3eca14" providerId="AD" clId="Web-{6E1513D0-9F85-4B83-9B25-CB28979CB570}" dt="2023-04-06T20:47:50.891" v="0"/>
          <ac:picMkLst>
            <pc:docMk/>
            <pc:sldMk cId="109857222" sldId="256"/>
            <ac:picMk id="4" creationId="{6AD08C69-7B65-5D86-528E-8BE6358FE999}"/>
          </ac:picMkLst>
        </pc:picChg>
      </pc:sldChg>
      <pc:sldMasterChg chg="del delSldLayout">
        <pc:chgData name="Booker, Quiera S" userId="S::quiera.s.bookernubie@uth.tmc.edu::19bf8334-6809-4834-a01e-28598a3eca14" providerId="AD" clId="Web-{6E1513D0-9F85-4B83-9B25-CB28979CB570}" dt="2023-04-06T20:47:50.891" v="0"/>
        <pc:sldMasterMkLst>
          <pc:docMk/>
          <pc:sldMasterMk cId="2460954070" sldId="2147483660"/>
        </pc:sldMasterMkLst>
        <pc:sldLayoutChg chg="del">
          <pc:chgData name="Booker, Quiera S" userId="S::quiera.s.bookernubie@uth.tmc.edu::19bf8334-6809-4834-a01e-28598a3eca14" providerId="AD" clId="Web-{6E1513D0-9F85-4B83-9B25-CB28979CB570}" dt="2023-04-06T20:47:50.891" v="0"/>
          <pc:sldLayoutMkLst>
            <pc:docMk/>
            <pc:sldMasterMk cId="2460954070" sldId="2147483660"/>
            <pc:sldLayoutMk cId="2385387890" sldId="2147483661"/>
          </pc:sldLayoutMkLst>
        </pc:sldLayoutChg>
        <pc:sldLayoutChg chg="del">
          <pc:chgData name="Booker, Quiera S" userId="S::quiera.s.bookernubie@uth.tmc.edu::19bf8334-6809-4834-a01e-28598a3eca14" providerId="AD" clId="Web-{6E1513D0-9F85-4B83-9B25-CB28979CB570}" dt="2023-04-06T20:47:50.891" v="0"/>
          <pc:sldLayoutMkLst>
            <pc:docMk/>
            <pc:sldMasterMk cId="2460954070" sldId="2147483660"/>
            <pc:sldLayoutMk cId="949138452" sldId="2147483662"/>
          </pc:sldLayoutMkLst>
        </pc:sldLayoutChg>
        <pc:sldLayoutChg chg="del">
          <pc:chgData name="Booker, Quiera S" userId="S::quiera.s.bookernubie@uth.tmc.edu::19bf8334-6809-4834-a01e-28598a3eca14" providerId="AD" clId="Web-{6E1513D0-9F85-4B83-9B25-CB28979CB570}" dt="2023-04-06T20:47:50.891" v="0"/>
          <pc:sldLayoutMkLst>
            <pc:docMk/>
            <pc:sldMasterMk cId="2460954070" sldId="2147483660"/>
            <pc:sldLayoutMk cId="2591524520" sldId="2147483663"/>
          </pc:sldLayoutMkLst>
        </pc:sldLayoutChg>
        <pc:sldLayoutChg chg="del">
          <pc:chgData name="Booker, Quiera S" userId="S::quiera.s.bookernubie@uth.tmc.edu::19bf8334-6809-4834-a01e-28598a3eca14" providerId="AD" clId="Web-{6E1513D0-9F85-4B83-9B25-CB28979CB570}" dt="2023-04-06T20:47:50.891" v="0"/>
          <pc:sldLayoutMkLst>
            <pc:docMk/>
            <pc:sldMasterMk cId="2460954070" sldId="2147483660"/>
            <pc:sldLayoutMk cId="1203092039" sldId="2147483664"/>
          </pc:sldLayoutMkLst>
        </pc:sldLayoutChg>
        <pc:sldLayoutChg chg="del">
          <pc:chgData name="Booker, Quiera S" userId="S::quiera.s.bookernubie@uth.tmc.edu::19bf8334-6809-4834-a01e-28598a3eca14" providerId="AD" clId="Web-{6E1513D0-9F85-4B83-9B25-CB28979CB570}" dt="2023-04-06T20:47:50.891" v="0"/>
          <pc:sldLayoutMkLst>
            <pc:docMk/>
            <pc:sldMasterMk cId="2460954070" sldId="2147483660"/>
            <pc:sldLayoutMk cId="3733172339" sldId="2147483665"/>
          </pc:sldLayoutMkLst>
        </pc:sldLayoutChg>
        <pc:sldLayoutChg chg="del">
          <pc:chgData name="Booker, Quiera S" userId="S::quiera.s.bookernubie@uth.tmc.edu::19bf8334-6809-4834-a01e-28598a3eca14" providerId="AD" clId="Web-{6E1513D0-9F85-4B83-9B25-CB28979CB570}" dt="2023-04-06T20:47:50.891" v="0"/>
          <pc:sldLayoutMkLst>
            <pc:docMk/>
            <pc:sldMasterMk cId="2460954070" sldId="2147483660"/>
            <pc:sldLayoutMk cId="3210312558" sldId="2147483666"/>
          </pc:sldLayoutMkLst>
        </pc:sldLayoutChg>
        <pc:sldLayoutChg chg="del">
          <pc:chgData name="Booker, Quiera S" userId="S::quiera.s.bookernubie@uth.tmc.edu::19bf8334-6809-4834-a01e-28598a3eca14" providerId="AD" clId="Web-{6E1513D0-9F85-4B83-9B25-CB28979CB570}" dt="2023-04-06T20:47:50.891" v="0"/>
          <pc:sldLayoutMkLst>
            <pc:docMk/>
            <pc:sldMasterMk cId="2460954070" sldId="2147483660"/>
            <pc:sldLayoutMk cId="3146388984" sldId="2147483667"/>
          </pc:sldLayoutMkLst>
        </pc:sldLayoutChg>
        <pc:sldLayoutChg chg="del">
          <pc:chgData name="Booker, Quiera S" userId="S::quiera.s.bookernubie@uth.tmc.edu::19bf8334-6809-4834-a01e-28598a3eca14" providerId="AD" clId="Web-{6E1513D0-9F85-4B83-9B25-CB28979CB570}" dt="2023-04-06T20:47:50.891" v="0"/>
          <pc:sldLayoutMkLst>
            <pc:docMk/>
            <pc:sldMasterMk cId="2460954070" sldId="2147483660"/>
            <pc:sldLayoutMk cId="3171841454" sldId="2147483668"/>
          </pc:sldLayoutMkLst>
        </pc:sldLayoutChg>
        <pc:sldLayoutChg chg="del">
          <pc:chgData name="Booker, Quiera S" userId="S::quiera.s.bookernubie@uth.tmc.edu::19bf8334-6809-4834-a01e-28598a3eca14" providerId="AD" clId="Web-{6E1513D0-9F85-4B83-9B25-CB28979CB570}" dt="2023-04-06T20:47:50.891" v="0"/>
          <pc:sldLayoutMkLst>
            <pc:docMk/>
            <pc:sldMasterMk cId="2460954070" sldId="2147483660"/>
            <pc:sldLayoutMk cId="1718958274" sldId="2147483669"/>
          </pc:sldLayoutMkLst>
        </pc:sldLayoutChg>
        <pc:sldLayoutChg chg="del">
          <pc:chgData name="Booker, Quiera S" userId="S::quiera.s.bookernubie@uth.tmc.edu::19bf8334-6809-4834-a01e-28598a3eca14" providerId="AD" clId="Web-{6E1513D0-9F85-4B83-9B25-CB28979CB570}" dt="2023-04-06T20:47:50.891" v="0"/>
          <pc:sldLayoutMkLst>
            <pc:docMk/>
            <pc:sldMasterMk cId="2460954070" sldId="2147483660"/>
            <pc:sldLayoutMk cId="2202905451" sldId="2147483670"/>
          </pc:sldLayoutMkLst>
        </pc:sldLayoutChg>
        <pc:sldLayoutChg chg="del">
          <pc:chgData name="Booker, Quiera S" userId="S::quiera.s.bookernubie@uth.tmc.edu::19bf8334-6809-4834-a01e-28598a3eca14" providerId="AD" clId="Web-{6E1513D0-9F85-4B83-9B25-CB28979CB570}" dt="2023-04-06T20:47:50.891" v="0"/>
          <pc:sldLayoutMkLst>
            <pc:docMk/>
            <pc:sldMasterMk cId="2460954070" sldId="2147483660"/>
            <pc:sldLayoutMk cId="3479445657" sldId="2147483671"/>
          </pc:sldLayoutMkLst>
        </pc:sldLayoutChg>
      </pc:sldMasterChg>
      <pc:sldMasterChg chg="add replId addSldLayout">
        <pc:chgData name="Booker, Quiera S" userId="S::quiera.s.bookernubie@uth.tmc.edu::19bf8334-6809-4834-a01e-28598a3eca14" providerId="AD" clId="Web-{6E1513D0-9F85-4B83-9B25-CB28979CB570}" dt="2023-04-06T20:47:50.891" v="0"/>
        <pc:sldMasterMkLst>
          <pc:docMk/>
          <pc:sldMasterMk cId="3420266612" sldId="2147483672"/>
        </pc:sldMasterMkLst>
        <pc:sldLayoutChg chg="add">
          <pc:chgData name="Booker, Quiera S" userId="S::quiera.s.bookernubie@uth.tmc.edu::19bf8334-6809-4834-a01e-28598a3eca14" providerId="AD" clId="Web-{6E1513D0-9F85-4B83-9B25-CB28979CB570}" dt="2023-04-06T20:47:50.891" v="0"/>
          <pc:sldLayoutMkLst>
            <pc:docMk/>
            <pc:sldMasterMk cId="3420266612" sldId="2147483672"/>
            <pc:sldLayoutMk cId="1169338790" sldId="2147483673"/>
          </pc:sldLayoutMkLst>
        </pc:sldLayoutChg>
        <pc:sldLayoutChg chg="add replId">
          <pc:chgData name="Booker, Quiera S" userId="S::quiera.s.bookernubie@uth.tmc.edu::19bf8334-6809-4834-a01e-28598a3eca14" providerId="AD" clId="Web-{6E1513D0-9F85-4B83-9B25-CB28979CB570}" dt="2023-04-06T20:47:50.891" v="0"/>
          <pc:sldLayoutMkLst>
            <pc:docMk/>
            <pc:sldMasterMk cId="3420266612" sldId="2147483672"/>
            <pc:sldLayoutMk cId="2366059882" sldId="2147483674"/>
          </pc:sldLayoutMkLst>
        </pc:sldLayoutChg>
        <pc:sldLayoutChg chg="add replId">
          <pc:chgData name="Booker, Quiera S" userId="S::quiera.s.bookernubie@uth.tmc.edu::19bf8334-6809-4834-a01e-28598a3eca14" providerId="AD" clId="Web-{6E1513D0-9F85-4B83-9B25-CB28979CB570}" dt="2023-04-06T20:47:50.891" v="0"/>
          <pc:sldLayoutMkLst>
            <pc:docMk/>
            <pc:sldMasterMk cId="3420266612" sldId="2147483672"/>
            <pc:sldLayoutMk cId="2887823925" sldId="2147483675"/>
          </pc:sldLayoutMkLst>
        </pc:sldLayoutChg>
        <pc:sldLayoutChg chg="add replId">
          <pc:chgData name="Booker, Quiera S" userId="S::quiera.s.bookernubie@uth.tmc.edu::19bf8334-6809-4834-a01e-28598a3eca14" providerId="AD" clId="Web-{6E1513D0-9F85-4B83-9B25-CB28979CB570}" dt="2023-04-06T20:47:50.891" v="0"/>
          <pc:sldLayoutMkLst>
            <pc:docMk/>
            <pc:sldMasterMk cId="3420266612" sldId="2147483672"/>
            <pc:sldLayoutMk cId="1979106566" sldId="2147483676"/>
          </pc:sldLayoutMkLst>
        </pc:sldLayoutChg>
        <pc:sldLayoutChg chg="add replId">
          <pc:chgData name="Booker, Quiera S" userId="S::quiera.s.bookernubie@uth.tmc.edu::19bf8334-6809-4834-a01e-28598a3eca14" providerId="AD" clId="Web-{6E1513D0-9F85-4B83-9B25-CB28979CB570}" dt="2023-04-06T20:47:50.891" v="0"/>
          <pc:sldLayoutMkLst>
            <pc:docMk/>
            <pc:sldMasterMk cId="3420266612" sldId="2147483672"/>
            <pc:sldLayoutMk cId="180193382" sldId="2147483677"/>
          </pc:sldLayoutMkLst>
        </pc:sldLayoutChg>
        <pc:sldLayoutChg chg="add replId">
          <pc:chgData name="Booker, Quiera S" userId="S::quiera.s.bookernubie@uth.tmc.edu::19bf8334-6809-4834-a01e-28598a3eca14" providerId="AD" clId="Web-{6E1513D0-9F85-4B83-9B25-CB28979CB570}" dt="2023-04-06T20:47:50.891" v="0"/>
          <pc:sldLayoutMkLst>
            <pc:docMk/>
            <pc:sldMasterMk cId="3420266612" sldId="2147483672"/>
            <pc:sldLayoutMk cId="3207005919" sldId="2147483678"/>
          </pc:sldLayoutMkLst>
        </pc:sldLayoutChg>
        <pc:sldLayoutChg chg="add replId">
          <pc:chgData name="Booker, Quiera S" userId="S::quiera.s.bookernubie@uth.tmc.edu::19bf8334-6809-4834-a01e-28598a3eca14" providerId="AD" clId="Web-{6E1513D0-9F85-4B83-9B25-CB28979CB570}" dt="2023-04-06T20:47:50.891" v="0"/>
          <pc:sldLayoutMkLst>
            <pc:docMk/>
            <pc:sldMasterMk cId="3420266612" sldId="2147483672"/>
            <pc:sldLayoutMk cId="1810565967" sldId="2147483679"/>
          </pc:sldLayoutMkLst>
        </pc:sldLayoutChg>
        <pc:sldLayoutChg chg="add replId">
          <pc:chgData name="Booker, Quiera S" userId="S::quiera.s.bookernubie@uth.tmc.edu::19bf8334-6809-4834-a01e-28598a3eca14" providerId="AD" clId="Web-{6E1513D0-9F85-4B83-9B25-CB28979CB570}" dt="2023-04-06T20:47:50.891" v="0"/>
          <pc:sldLayoutMkLst>
            <pc:docMk/>
            <pc:sldMasterMk cId="3420266612" sldId="2147483672"/>
            <pc:sldLayoutMk cId="4159167708" sldId="2147483680"/>
          </pc:sldLayoutMkLst>
        </pc:sldLayoutChg>
        <pc:sldLayoutChg chg="add replId">
          <pc:chgData name="Booker, Quiera S" userId="S::quiera.s.bookernubie@uth.tmc.edu::19bf8334-6809-4834-a01e-28598a3eca14" providerId="AD" clId="Web-{6E1513D0-9F85-4B83-9B25-CB28979CB570}" dt="2023-04-06T20:47:50.891" v="0"/>
          <pc:sldLayoutMkLst>
            <pc:docMk/>
            <pc:sldMasterMk cId="3420266612" sldId="2147483672"/>
            <pc:sldLayoutMk cId="440690481" sldId="2147483681"/>
          </pc:sldLayoutMkLst>
        </pc:sldLayoutChg>
        <pc:sldLayoutChg chg="add replId">
          <pc:chgData name="Booker, Quiera S" userId="S::quiera.s.bookernubie@uth.tmc.edu::19bf8334-6809-4834-a01e-28598a3eca14" providerId="AD" clId="Web-{6E1513D0-9F85-4B83-9B25-CB28979CB570}" dt="2023-04-06T20:47:50.891" v="0"/>
          <pc:sldLayoutMkLst>
            <pc:docMk/>
            <pc:sldMasterMk cId="3420266612" sldId="2147483672"/>
            <pc:sldLayoutMk cId="2782423751" sldId="2147483682"/>
          </pc:sldLayoutMkLst>
        </pc:sldLayoutChg>
        <pc:sldLayoutChg chg="add replId">
          <pc:chgData name="Booker, Quiera S" userId="S::quiera.s.bookernubie@uth.tmc.edu::19bf8334-6809-4834-a01e-28598a3eca14" providerId="AD" clId="Web-{6E1513D0-9F85-4B83-9B25-CB28979CB570}" dt="2023-04-06T20:47:50.891" v="0"/>
          <pc:sldLayoutMkLst>
            <pc:docMk/>
            <pc:sldMasterMk cId="3420266612" sldId="2147483672"/>
            <pc:sldLayoutMk cId="3591491548" sldId="2147483683"/>
          </pc:sldLayoutMkLst>
        </pc:sldLayoutChg>
      </pc:sldMasterChg>
    </pc:docChg>
  </pc:docChgLst>
  <pc:docChgLst>
    <pc:chgData name="Booker, Quiera S" userId="S::quiera.s.bookernubie@uth.tmc.edu::19bf8334-6809-4834-a01e-28598a3eca14" providerId="AD" clId="Web-{DC5B47D3-E112-BBA0-2B8D-5C4B29CA972C}"/>
    <pc:docChg chg="addSld modSld">
      <pc:chgData name="Booker, Quiera S" userId="S::quiera.s.bookernubie@uth.tmc.edu::19bf8334-6809-4834-a01e-28598a3eca14" providerId="AD" clId="Web-{DC5B47D3-E112-BBA0-2B8D-5C4B29CA972C}" dt="2023-04-17T23:29:50.188" v="144" actId="20577"/>
      <pc:docMkLst>
        <pc:docMk/>
      </pc:docMkLst>
      <pc:sldChg chg="addSp delSp modSp">
        <pc:chgData name="Booker, Quiera S" userId="S::quiera.s.bookernubie@uth.tmc.edu::19bf8334-6809-4834-a01e-28598a3eca14" providerId="AD" clId="Web-{DC5B47D3-E112-BBA0-2B8D-5C4B29CA972C}" dt="2023-04-17T23:22:59.216" v="91" actId="1076"/>
        <pc:sldMkLst>
          <pc:docMk/>
          <pc:sldMk cId="109857222" sldId="256"/>
        </pc:sldMkLst>
        <pc:spChg chg="mod">
          <ac:chgData name="Booker, Quiera S" userId="S::quiera.s.bookernubie@uth.tmc.edu::19bf8334-6809-4834-a01e-28598a3eca14" providerId="AD" clId="Web-{DC5B47D3-E112-BBA0-2B8D-5C4B29CA972C}" dt="2023-04-17T23:22:59.216" v="91" actId="1076"/>
          <ac:spMkLst>
            <pc:docMk/>
            <pc:sldMk cId="109857222" sldId="256"/>
            <ac:spMk id="2" creationId="{00000000-0000-0000-0000-000000000000}"/>
          </ac:spMkLst>
        </pc:spChg>
        <pc:spChg chg="mod">
          <ac:chgData name="Booker, Quiera S" userId="S::quiera.s.bookernubie@uth.tmc.edu::19bf8334-6809-4834-a01e-28598a3eca14" providerId="AD" clId="Web-{DC5B47D3-E112-BBA0-2B8D-5C4B29CA972C}" dt="2023-04-17T23:22:56.810" v="90" actId="1076"/>
          <ac:spMkLst>
            <pc:docMk/>
            <pc:sldMk cId="109857222" sldId="256"/>
            <ac:spMk id="3" creationId="{00000000-0000-0000-0000-000000000000}"/>
          </ac:spMkLst>
        </pc:spChg>
        <pc:spChg chg="del">
          <ac:chgData name="Booker, Quiera S" userId="S::quiera.s.bookernubie@uth.tmc.edu::19bf8334-6809-4834-a01e-28598a3eca14" providerId="AD" clId="Web-{DC5B47D3-E112-BBA0-2B8D-5C4B29CA972C}" dt="2023-04-17T23:21:39.181" v="64"/>
          <ac:spMkLst>
            <pc:docMk/>
            <pc:sldMk cId="109857222" sldId="256"/>
            <ac:spMk id="42" creationId="{4D896123-1B32-4CB1-B2ED-E34BBC26B423}"/>
          </ac:spMkLst>
        </pc:spChg>
        <pc:spChg chg="del">
          <ac:chgData name="Booker, Quiera S" userId="S::quiera.s.bookernubie@uth.tmc.edu::19bf8334-6809-4834-a01e-28598a3eca14" providerId="AD" clId="Web-{DC5B47D3-E112-BBA0-2B8D-5C4B29CA972C}" dt="2023-04-17T23:21:39.181" v="64"/>
          <ac:spMkLst>
            <pc:docMk/>
            <pc:sldMk cId="109857222" sldId="256"/>
            <ac:spMk id="44" creationId="{019FDB4D-987D-4C87-A179-9D4616AB2455}"/>
          </ac:spMkLst>
        </pc:spChg>
        <pc:spChg chg="add del">
          <ac:chgData name="Booker, Quiera S" userId="S::quiera.s.bookernubie@uth.tmc.edu::19bf8334-6809-4834-a01e-28598a3eca14" providerId="AD" clId="Web-{DC5B47D3-E112-BBA0-2B8D-5C4B29CA972C}" dt="2023-04-17T23:22:35.028" v="80"/>
          <ac:spMkLst>
            <pc:docMk/>
            <pc:sldMk cId="109857222" sldId="256"/>
            <ac:spMk id="49" creationId="{D3F794D0-2982-490E-88DA-93D48975085F}"/>
          </ac:spMkLst>
        </pc:spChg>
        <pc:spChg chg="add del">
          <ac:chgData name="Booker, Quiera S" userId="S::quiera.s.bookernubie@uth.tmc.edu::19bf8334-6809-4834-a01e-28598a3eca14" providerId="AD" clId="Web-{DC5B47D3-E112-BBA0-2B8D-5C4B29CA972C}" dt="2023-04-17T23:22:35.028" v="80"/>
          <ac:spMkLst>
            <pc:docMk/>
            <pc:sldMk cId="109857222" sldId="256"/>
            <ac:spMk id="51" creationId="{AFD24A3D-F07A-44A9-BE55-5576292E152D}"/>
          </ac:spMkLst>
        </pc:spChg>
        <pc:spChg chg="add del">
          <ac:chgData name="Booker, Quiera S" userId="S::quiera.s.bookernubie@uth.tmc.edu::19bf8334-6809-4834-a01e-28598a3eca14" providerId="AD" clId="Web-{DC5B47D3-E112-BBA0-2B8D-5C4B29CA972C}" dt="2023-04-17T23:22:35.028" v="80"/>
          <ac:spMkLst>
            <pc:docMk/>
            <pc:sldMk cId="109857222" sldId="256"/>
            <ac:spMk id="53" creationId="{204441C9-FD2D-4031-B5C5-67478196CCCF}"/>
          </ac:spMkLst>
        </pc:spChg>
        <pc:spChg chg="add del">
          <ac:chgData name="Booker, Quiera S" userId="S::quiera.s.bookernubie@uth.tmc.edu::19bf8334-6809-4834-a01e-28598a3eca14" providerId="AD" clId="Web-{DC5B47D3-E112-BBA0-2B8D-5C4B29CA972C}" dt="2023-04-17T23:22:35.028" v="80"/>
          <ac:spMkLst>
            <pc:docMk/>
            <pc:sldMk cId="109857222" sldId="256"/>
            <ac:spMk id="55" creationId="{3D9D3989-3E00-4727-914E-959DFE8FACE9}"/>
          </ac:spMkLst>
        </pc:spChg>
        <pc:spChg chg="add del">
          <ac:chgData name="Booker, Quiera S" userId="S::quiera.s.bookernubie@uth.tmc.edu::19bf8334-6809-4834-a01e-28598a3eca14" providerId="AD" clId="Web-{DC5B47D3-E112-BBA0-2B8D-5C4B29CA972C}" dt="2023-04-17T23:22:35.028" v="80"/>
          <ac:spMkLst>
            <pc:docMk/>
            <pc:sldMk cId="109857222" sldId="256"/>
            <ac:spMk id="57" creationId="{C538E4E5-4047-480A-BB9B-9AB54E86D50E}"/>
          </ac:spMkLst>
        </pc:spChg>
        <pc:spChg chg="add del">
          <ac:chgData name="Booker, Quiera S" userId="S::quiera.s.bookernubie@uth.tmc.edu::19bf8334-6809-4834-a01e-28598a3eca14" providerId="AD" clId="Web-{DC5B47D3-E112-BBA0-2B8D-5C4B29CA972C}" dt="2023-04-17T23:22:35.028" v="80"/>
          <ac:spMkLst>
            <pc:docMk/>
            <pc:sldMk cId="109857222" sldId="256"/>
            <ac:spMk id="62" creationId="{A8384FB5-9ADC-4DDC-881B-597D56F5B15D}"/>
          </ac:spMkLst>
        </pc:spChg>
        <pc:spChg chg="add del">
          <ac:chgData name="Booker, Quiera S" userId="S::quiera.s.bookernubie@uth.tmc.edu::19bf8334-6809-4834-a01e-28598a3eca14" providerId="AD" clId="Web-{DC5B47D3-E112-BBA0-2B8D-5C4B29CA972C}" dt="2023-04-17T23:22:35.028" v="80"/>
          <ac:spMkLst>
            <pc:docMk/>
            <pc:sldMk cId="109857222" sldId="256"/>
            <ac:spMk id="64" creationId="{0AF57B88-1D4C-41FA-A761-EC1DD10C35CB}"/>
          </ac:spMkLst>
        </pc:spChg>
        <pc:spChg chg="add del">
          <ac:chgData name="Booker, Quiera S" userId="S::quiera.s.bookernubie@uth.tmc.edu::19bf8334-6809-4834-a01e-28598a3eca14" providerId="AD" clId="Web-{DC5B47D3-E112-BBA0-2B8D-5C4B29CA972C}" dt="2023-04-17T23:22:35.028" v="80"/>
          <ac:spMkLst>
            <pc:docMk/>
            <pc:sldMk cId="109857222" sldId="256"/>
            <ac:spMk id="66" creationId="{D2548F45-5164-4ABB-8212-7F293FDED8D4}"/>
          </ac:spMkLst>
        </pc:spChg>
        <pc:spChg chg="add del">
          <ac:chgData name="Booker, Quiera S" userId="S::quiera.s.bookernubie@uth.tmc.edu::19bf8334-6809-4834-a01e-28598a3eca14" providerId="AD" clId="Web-{DC5B47D3-E112-BBA0-2B8D-5C4B29CA972C}" dt="2023-04-17T23:22:35.028" v="80"/>
          <ac:spMkLst>
            <pc:docMk/>
            <pc:sldMk cId="109857222" sldId="256"/>
            <ac:spMk id="68" creationId="{5E81CCFB-7BEF-4186-86FB-D09450B4D02D}"/>
          </ac:spMkLst>
        </pc:spChg>
        <pc:picChg chg="mod">
          <ac:chgData name="Booker, Quiera S" userId="S::quiera.s.bookernubie@uth.tmc.edu::19bf8334-6809-4834-a01e-28598a3eca14" providerId="AD" clId="Web-{DC5B47D3-E112-BBA0-2B8D-5C4B29CA972C}" dt="2023-04-17T23:22:35.028" v="80"/>
          <ac:picMkLst>
            <pc:docMk/>
            <pc:sldMk cId="109857222" sldId="256"/>
            <ac:picMk id="6" creationId="{0B667045-C454-E773-F37B-632A5BA30BB0}"/>
          </ac:picMkLst>
        </pc:picChg>
      </pc:sldChg>
      <pc:sldChg chg="modSp">
        <pc:chgData name="Booker, Quiera S" userId="S::quiera.s.bookernubie@uth.tmc.edu::19bf8334-6809-4834-a01e-28598a3eca14" providerId="AD" clId="Web-{DC5B47D3-E112-BBA0-2B8D-5C4B29CA972C}" dt="2023-04-17T23:16:48.121" v="1" actId="14100"/>
        <pc:sldMkLst>
          <pc:docMk/>
          <pc:sldMk cId="1552002184" sldId="264"/>
        </pc:sldMkLst>
        <pc:graphicFrameChg chg="mod">
          <ac:chgData name="Booker, Quiera S" userId="S::quiera.s.bookernubie@uth.tmc.edu::19bf8334-6809-4834-a01e-28598a3eca14" providerId="AD" clId="Web-{DC5B47D3-E112-BBA0-2B8D-5C4B29CA972C}" dt="2023-04-17T23:16:48.121" v="1" actId="14100"/>
          <ac:graphicFrameMkLst>
            <pc:docMk/>
            <pc:sldMk cId="1552002184" sldId="264"/>
            <ac:graphicFrameMk id="21" creationId="{633399D3-9244-A1CF-8D50-580E7C159F83}"/>
          </ac:graphicFrameMkLst>
        </pc:graphicFrameChg>
      </pc:sldChg>
      <pc:sldChg chg="modSp">
        <pc:chgData name="Booker, Quiera S" userId="S::quiera.s.bookernubie@uth.tmc.edu::19bf8334-6809-4834-a01e-28598a3eca14" providerId="AD" clId="Web-{DC5B47D3-E112-BBA0-2B8D-5C4B29CA972C}" dt="2023-04-17T23:26:38.679" v="132"/>
        <pc:sldMkLst>
          <pc:docMk/>
          <pc:sldMk cId="369916812" sldId="268"/>
        </pc:sldMkLst>
        <pc:graphicFrameChg chg="mod modGraphic">
          <ac:chgData name="Booker, Quiera S" userId="S::quiera.s.bookernubie@uth.tmc.edu::19bf8334-6809-4834-a01e-28598a3eca14" providerId="AD" clId="Web-{DC5B47D3-E112-BBA0-2B8D-5C4B29CA972C}" dt="2023-04-17T23:26:38.679" v="132"/>
          <ac:graphicFrameMkLst>
            <pc:docMk/>
            <pc:sldMk cId="369916812" sldId="268"/>
            <ac:graphicFrameMk id="4" creationId="{5C16A24A-ECBA-24E3-202E-8B9830750828}"/>
          </ac:graphicFrameMkLst>
        </pc:graphicFrameChg>
      </pc:sldChg>
      <pc:sldChg chg="addSp delSp modSp">
        <pc:chgData name="Booker, Quiera S" userId="S::quiera.s.bookernubie@uth.tmc.edu::19bf8334-6809-4834-a01e-28598a3eca14" providerId="AD" clId="Web-{DC5B47D3-E112-BBA0-2B8D-5C4B29CA972C}" dt="2023-04-17T23:24:36.642" v="98" actId="1076"/>
        <pc:sldMkLst>
          <pc:docMk/>
          <pc:sldMk cId="2499102066" sldId="269"/>
        </pc:sldMkLst>
        <pc:spChg chg="mod">
          <ac:chgData name="Booker, Quiera S" userId="S::quiera.s.bookernubie@uth.tmc.edu::19bf8334-6809-4834-a01e-28598a3eca14" providerId="AD" clId="Web-{DC5B47D3-E112-BBA0-2B8D-5C4B29CA972C}" dt="2023-04-17T23:24:36.642" v="98" actId="1076"/>
          <ac:spMkLst>
            <pc:docMk/>
            <pc:sldMk cId="2499102066" sldId="269"/>
            <ac:spMk id="2" creationId="{5AC9CF20-BFF6-57AE-BB8D-5EDFDBB20E32}"/>
          </ac:spMkLst>
        </pc:spChg>
        <pc:spChg chg="mod">
          <ac:chgData name="Booker, Quiera S" userId="S::quiera.s.bookernubie@uth.tmc.edu::19bf8334-6809-4834-a01e-28598a3eca14" providerId="AD" clId="Web-{DC5B47D3-E112-BBA0-2B8D-5C4B29CA972C}" dt="2023-04-17T23:24:25.157" v="95" actId="20577"/>
          <ac:spMkLst>
            <pc:docMk/>
            <pc:sldMk cId="2499102066" sldId="269"/>
            <ac:spMk id="3" creationId="{1A759A02-C53A-3F3A-8282-21A195373C89}"/>
          </ac:spMkLst>
        </pc:spChg>
        <pc:spChg chg="del">
          <ac:chgData name="Booker, Quiera S" userId="S::quiera.s.bookernubie@uth.tmc.edu::19bf8334-6809-4834-a01e-28598a3eca14" providerId="AD" clId="Web-{DC5B47D3-E112-BBA0-2B8D-5C4B29CA972C}" dt="2023-04-17T23:24:20.517" v="92"/>
          <ac:spMkLst>
            <pc:docMk/>
            <pc:sldMk cId="2499102066" sldId="269"/>
            <ac:spMk id="8" creationId="{8BEAC55E-FD3E-4A90-B4E2-D197D8038366}"/>
          </ac:spMkLst>
        </pc:spChg>
        <pc:spChg chg="del">
          <ac:chgData name="Booker, Quiera S" userId="S::quiera.s.bookernubie@uth.tmc.edu::19bf8334-6809-4834-a01e-28598a3eca14" providerId="AD" clId="Web-{DC5B47D3-E112-BBA0-2B8D-5C4B29CA972C}" dt="2023-04-17T23:24:20.517" v="92"/>
          <ac:spMkLst>
            <pc:docMk/>
            <pc:sldMk cId="2499102066" sldId="269"/>
            <ac:spMk id="10" creationId="{282DCAD1-D7F2-4CA8-960C-526B7DB37A82}"/>
          </ac:spMkLst>
        </pc:spChg>
        <pc:spChg chg="del">
          <ac:chgData name="Booker, Quiera S" userId="S::quiera.s.bookernubie@uth.tmc.edu::19bf8334-6809-4834-a01e-28598a3eca14" providerId="AD" clId="Web-{DC5B47D3-E112-BBA0-2B8D-5C4B29CA972C}" dt="2023-04-17T23:24:20.517" v="92"/>
          <ac:spMkLst>
            <pc:docMk/>
            <pc:sldMk cId="2499102066" sldId="269"/>
            <ac:spMk id="12" creationId="{0009AC7F-1347-41C8-8BEB-47473A21A696}"/>
          </ac:spMkLst>
        </pc:spChg>
        <pc:spChg chg="add">
          <ac:chgData name="Booker, Quiera S" userId="S::quiera.s.bookernubie@uth.tmc.edu::19bf8334-6809-4834-a01e-28598a3eca14" providerId="AD" clId="Web-{DC5B47D3-E112-BBA0-2B8D-5C4B29CA972C}" dt="2023-04-17T23:24:20.517" v="92"/>
          <ac:spMkLst>
            <pc:docMk/>
            <pc:sldMk cId="2499102066" sldId="269"/>
            <ac:spMk id="17" creationId="{45C5CC17-FF17-43CF-B073-D9051465D5CC}"/>
          </ac:spMkLst>
        </pc:spChg>
        <pc:spChg chg="add">
          <ac:chgData name="Booker, Quiera S" userId="S::quiera.s.bookernubie@uth.tmc.edu::19bf8334-6809-4834-a01e-28598a3eca14" providerId="AD" clId="Web-{DC5B47D3-E112-BBA0-2B8D-5C4B29CA972C}" dt="2023-04-17T23:24:20.517" v="92"/>
          <ac:spMkLst>
            <pc:docMk/>
            <pc:sldMk cId="2499102066" sldId="269"/>
            <ac:spMk id="19" creationId="{1EBE2DDC-0D14-44E6-A1AB-2EEC09507435}"/>
          </ac:spMkLst>
        </pc:spChg>
        <pc:spChg chg="add">
          <ac:chgData name="Booker, Quiera S" userId="S::quiera.s.bookernubie@uth.tmc.edu::19bf8334-6809-4834-a01e-28598a3eca14" providerId="AD" clId="Web-{DC5B47D3-E112-BBA0-2B8D-5C4B29CA972C}" dt="2023-04-17T23:24:20.517" v="92"/>
          <ac:spMkLst>
            <pc:docMk/>
            <pc:sldMk cId="2499102066" sldId="269"/>
            <ac:spMk id="21" creationId="{A8543D98-0AA2-43B4-B508-DC1DB7F3DC9A}"/>
          </ac:spMkLst>
        </pc:spChg>
        <pc:spChg chg="add">
          <ac:chgData name="Booker, Quiera S" userId="S::quiera.s.bookernubie@uth.tmc.edu::19bf8334-6809-4834-a01e-28598a3eca14" providerId="AD" clId="Web-{DC5B47D3-E112-BBA0-2B8D-5C4B29CA972C}" dt="2023-04-17T23:24:20.517" v="92"/>
          <ac:spMkLst>
            <pc:docMk/>
            <pc:sldMk cId="2499102066" sldId="269"/>
            <ac:spMk id="23" creationId="{89723C1D-9A1A-465B-8164-483BF5426613}"/>
          </ac:spMkLst>
        </pc:spChg>
        <pc:spChg chg="add">
          <ac:chgData name="Booker, Quiera S" userId="S::quiera.s.bookernubie@uth.tmc.edu::19bf8334-6809-4834-a01e-28598a3eca14" providerId="AD" clId="Web-{DC5B47D3-E112-BBA0-2B8D-5C4B29CA972C}" dt="2023-04-17T23:24:20.517" v="92"/>
          <ac:spMkLst>
            <pc:docMk/>
            <pc:sldMk cId="2499102066" sldId="269"/>
            <ac:spMk id="25" creationId="{A6680484-5F73-4078-85C2-415205B1A4C0}"/>
          </ac:spMkLst>
        </pc:spChg>
      </pc:sldChg>
      <pc:sldChg chg="addSp delSp modSp">
        <pc:chgData name="Booker, Quiera S" userId="S::quiera.s.bookernubie@uth.tmc.edu::19bf8334-6809-4834-a01e-28598a3eca14" providerId="AD" clId="Web-{DC5B47D3-E112-BBA0-2B8D-5C4B29CA972C}" dt="2023-04-17T23:25:13.863" v="108"/>
        <pc:sldMkLst>
          <pc:docMk/>
          <pc:sldMk cId="3554277848" sldId="271"/>
        </pc:sldMkLst>
        <pc:spChg chg="mod">
          <ac:chgData name="Booker, Quiera S" userId="S::quiera.s.bookernubie@uth.tmc.edu::19bf8334-6809-4834-a01e-28598a3eca14" providerId="AD" clId="Web-{DC5B47D3-E112-BBA0-2B8D-5C4B29CA972C}" dt="2023-04-17T23:25:13.863" v="108"/>
          <ac:spMkLst>
            <pc:docMk/>
            <pc:sldMk cId="3554277848" sldId="271"/>
            <ac:spMk id="2" creationId="{F2413D6E-112E-DCD0-236A-CCEAA65A2A8B}"/>
          </ac:spMkLst>
        </pc:spChg>
        <pc:spChg chg="mod">
          <ac:chgData name="Booker, Quiera S" userId="S::quiera.s.bookernubie@uth.tmc.edu::19bf8334-6809-4834-a01e-28598a3eca14" providerId="AD" clId="Web-{DC5B47D3-E112-BBA0-2B8D-5C4B29CA972C}" dt="2023-04-17T23:25:08.769" v="106" actId="1076"/>
          <ac:spMkLst>
            <pc:docMk/>
            <pc:sldMk cId="3554277848" sldId="271"/>
            <ac:spMk id="3" creationId="{A274BF0B-0C0B-F191-90A1-332A320A9BA1}"/>
          </ac:spMkLst>
        </pc:spChg>
        <pc:spChg chg="del">
          <ac:chgData name="Booker, Quiera S" userId="S::quiera.s.bookernubie@uth.tmc.edu::19bf8334-6809-4834-a01e-28598a3eca14" providerId="AD" clId="Web-{DC5B47D3-E112-BBA0-2B8D-5C4B29CA972C}" dt="2023-04-17T23:24:56.768" v="99"/>
          <ac:spMkLst>
            <pc:docMk/>
            <pc:sldMk cId="3554277848" sldId="271"/>
            <ac:spMk id="9" creationId="{C4285719-470E-454C-AF62-8323075F1F5B}"/>
          </ac:spMkLst>
        </pc:spChg>
        <pc:spChg chg="del">
          <ac:chgData name="Booker, Quiera S" userId="S::quiera.s.bookernubie@uth.tmc.edu::19bf8334-6809-4834-a01e-28598a3eca14" providerId="AD" clId="Web-{DC5B47D3-E112-BBA0-2B8D-5C4B29CA972C}" dt="2023-04-17T23:24:56.768" v="99"/>
          <ac:spMkLst>
            <pc:docMk/>
            <pc:sldMk cId="3554277848" sldId="271"/>
            <ac:spMk id="11" creationId="{4E3AE8C3-8F65-40F4-BABE-E70F3830147B}"/>
          </ac:spMkLst>
        </pc:spChg>
        <pc:spChg chg="del">
          <ac:chgData name="Booker, Quiera S" userId="S::quiera.s.bookernubie@uth.tmc.edu::19bf8334-6809-4834-a01e-28598a3eca14" providerId="AD" clId="Web-{DC5B47D3-E112-BBA0-2B8D-5C4B29CA972C}" dt="2023-04-17T23:24:56.768" v="99"/>
          <ac:spMkLst>
            <pc:docMk/>
            <pc:sldMk cId="3554277848" sldId="271"/>
            <ac:spMk id="13" creationId="{E2FC4764-B8D5-4F87-95DB-3125B2D12855}"/>
          </ac:spMkLst>
        </pc:spChg>
        <pc:spChg chg="del">
          <ac:chgData name="Booker, Quiera S" userId="S::quiera.s.bookernubie@uth.tmc.edu::19bf8334-6809-4834-a01e-28598a3eca14" providerId="AD" clId="Web-{DC5B47D3-E112-BBA0-2B8D-5C4B29CA972C}" dt="2023-04-17T23:24:56.768" v="99"/>
          <ac:spMkLst>
            <pc:docMk/>
            <pc:sldMk cId="3554277848" sldId="271"/>
            <ac:spMk id="15" creationId="{B4C1654F-94F5-497E-8ECF-F2A7E84D6A63}"/>
          </ac:spMkLst>
        </pc:spChg>
        <pc:spChg chg="del">
          <ac:chgData name="Booker, Quiera S" userId="S::quiera.s.bookernubie@uth.tmc.edu::19bf8334-6809-4834-a01e-28598a3eca14" providerId="AD" clId="Web-{DC5B47D3-E112-BBA0-2B8D-5C4B29CA972C}" dt="2023-04-17T23:24:56.768" v="99"/>
          <ac:spMkLst>
            <pc:docMk/>
            <pc:sldMk cId="3554277848" sldId="271"/>
            <ac:spMk id="17" creationId="{38FAA1A1-D861-433F-88FA-1E9D6FD31D11}"/>
          </ac:spMkLst>
        </pc:spChg>
        <pc:spChg chg="add">
          <ac:chgData name="Booker, Quiera S" userId="S::quiera.s.bookernubie@uth.tmc.edu::19bf8334-6809-4834-a01e-28598a3eca14" providerId="AD" clId="Web-{DC5B47D3-E112-BBA0-2B8D-5C4B29CA972C}" dt="2023-04-17T23:24:56.768" v="99"/>
          <ac:spMkLst>
            <pc:docMk/>
            <pc:sldMk cId="3554277848" sldId="271"/>
            <ac:spMk id="22" creationId="{1B15ED52-F352-441B-82BF-E0EA34836D08}"/>
          </ac:spMkLst>
        </pc:spChg>
        <pc:spChg chg="add">
          <ac:chgData name="Booker, Quiera S" userId="S::quiera.s.bookernubie@uth.tmc.edu::19bf8334-6809-4834-a01e-28598a3eca14" providerId="AD" clId="Web-{DC5B47D3-E112-BBA0-2B8D-5C4B29CA972C}" dt="2023-04-17T23:24:56.768" v="99"/>
          <ac:spMkLst>
            <pc:docMk/>
            <pc:sldMk cId="3554277848" sldId="271"/>
            <ac:spMk id="24" creationId="{61707E60-CEC9-4661-AA82-69242EB4BDC3}"/>
          </ac:spMkLst>
        </pc:spChg>
        <pc:spChg chg="add">
          <ac:chgData name="Booker, Quiera S" userId="S::quiera.s.bookernubie@uth.tmc.edu::19bf8334-6809-4834-a01e-28598a3eca14" providerId="AD" clId="Web-{DC5B47D3-E112-BBA0-2B8D-5C4B29CA972C}" dt="2023-04-17T23:24:56.768" v="99"/>
          <ac:spMkLst>
            <pc:docMk/>
            <pc:sldMk cId="3554277848" sldId="271"/>
            <ac:spMk id="26" creationId="{8F035CD8-AE30-4146-96F2-036B0CE5E4F3}"/>
          </ac:spMkLst>
        </pc:spChg>
        <pc:picChg chg="mod">
          <ac:chgData name="Booker, Quiera S" userId="S::quiera.s.bookernubie@uth.tmc.edu::19bf8334-6809-4834-a01e-28598a3eca14" providerId="AD" clId="Web-{DC5B47D3-E112-BBA0-2B8D-5C4B29CA972C}" dt="2023-04-17T23:24:56.768" v="99"/>
          <ac:picMkLst>
            <pc:docMk/>
            <pc:sldMk cId="3554277848" sldId="271"/>
            <ac:picMk id="5" creationId="{C660B000-5015-B83A-DC18-9B944BC2C79B}"/>
          </ac:picMkLst>
        </pc:picChg>
      </pc:sldChg>
      <pc:sldChg chg="modSp">
        <pc:chgData name="Booker, Quiera S" userId="S::quiera.s.bookernubie@uth.tmc.edu::19bf8334-6809-4834-a01e-28598a3eca14" providerId="AD" clId="Web-{DC5B47D3-E112-BBA0-2B8D-5C4B29CA972C}" dt="2023-04-17T23:29:50.188" v="144" actId="20577"/>
        <pc:sldMkLst>
          <pc:docMk/>
          <pc:sldMk cId="2350679770" sldId="272"/>
        </pc:sldMkLst>
        <pc:spChg chg="mod">
          <ac:chgData name="Booker, Quiera S" userId="S::quiera.s.bookernubie@uth.tmc.edu::19bf8334-6809-4834-a01e-28598a3eca14" providerId="AD" clId="Web-{DC5B47D3-E112-BBA0-2B8D-5C4B29CA972C}" dt="2023-04-17T23:29:50.188" v="144" actId="20577"/>
          <ac:spMkLst>
            <pc:docMk/>
            <pc:sldMk cId="2350679770" sldId="272"/>
            <ac:spMk id="2" creationId="{C288D59B-8132-0AB0-A354-723C5EF6D60C}"/>
          </ac:spMkLst>
        </pc:spChg>
      </pc:sldChg>
      <pc:sldChg chg="modSp">
        <pc:chgData name="Booker, Quiera S" userId="S::quiera.s.bookernubie@uth.tmc.edu::19bf8334-6809-4834-a01e-28598a3eca14" providerId="AD" clId="Web-{DC5B47D3-E112-BBA0-2B8D-5C4B29CA972C}" dt="2023-04-17T23:29:48.125" v="141" actId="20577"/>
        <pc:sldMkLst>
          <pc:docMk/>
          <pc:sldMk cId="923452305" sldId="273"/>
        </pc:sldMkLst>
        <pc:spChg chg="mod">
          <ac:chgData name="Booker, Quiera S" userId="S::quiera.s.bookernubie@uth.tmc.edu::19bf8334-6809-4834-a01e-28598a3eca14" providerId="AD" clId="Web-{DC5B47D3-E112-BBA0-2B8D-5C4B29CA972C}" dt="2023-04-17T23:29:48.125" v="141" actId="20577"/>
          <ac:spMkLst>
            <pc:docMk/>
            <pc:sldMk cId="923452305" sldId="273"/>
            <ac:spMk id="2" creationId="{6A793ECC-56DC-3DE9-E6BF-A2092DE65E1A}"/>
          </ac:spMkLst>
        </pc:spChg>
      </pc:sldChg>
      <pc:sldChg chg="addSp delSp modSp new mod setBg modShow modNotes">
        <pc:chgData name="Booker, Quiera S" userId="S::quiera.s.bookernubie@uth.tmc.edu::19bf8334-6809-4834-a01e-28598a3eca14" providerId="AD" clId="Web-{DC5B47D3-E112-BBA0-2B8D-5C4B29CA972C}" dt="2023-04-17T23:21:19.540" v="63"/>
        <pc:sldMkLst>
          <pc:docMk/>
          <pc:sldMk cId="2518427207" sldId="276"/>
        </pc:sldMkLst>
        <pc:spChg chg="mod">
          <ac:chgData name="Booker, Quiera S" userId="S::quiera.s.bookernubie@uth.tmc.edu::19bf8334-6809-4834-a01e-28598a3eca14" providerId="AD" clId="Web-{DC5B47D3-E112-BBA0-2B8D-5C4B29CA972C}" dt="2023-04-17T23:19:50.630" v="16"/>
          <ac:spMkLst>
            <pc:docMk/>
            <pc:sldMk cId="2518427207" sldId="276"/>
            <ac:spMk id="2" creationId="{2BC0DA8F-3C62-9C09-0C26-C8711796F3AA}"/>
          </ac:spMkLst>
        </pc:spChg>
        <pc:spChg chg="del">
          <ac:chgData name="Booker, Quiera S" userId="S::quiera.s.bookernubie@uth.tmc.edu::19bf8334-6809-4834-a01e-28598a3eca14" providerId="AD" clId="Web-{DC5B47D3-E112-BBA0-2B8D-5C4B29CA972C}" dt="2023-04-17T23:19:27.863" v="3"/>
          <ac:spMkLst>
            <pc:docMk/>
            <pc:sldMk cId="2518427207" sldId="276"/>
            <ac:spMk id="3" creationId="{123F5812-7F80-8000-2EC5-7668C32DBCDF}"/>
          </ac:spMkLst>
        </pc:spChg>
        <pc:spChg chg="add">
          <ac:chgData name="Booker, Quiera S" userId="S::quiera.s.bookernubie@uth.tmc.edu::19bf8334-6809-4834-a01e-28598a3eca14" providerId="AD" clId="Web-{DC5B47D3-E112-BBA0-2B8D-5C4B29CA972C}" dt="2023-04-17T23:19:50.630" v="16"/>
          <ac:spMkLst>
            <pc:docMk/>
            <pc:sldMk cId="2518427207" sldId="276"/>
            <ac:spMk id="10" creationId="{BD4C0BBB-0042-4603-A226-6117F3FD5B3C}"/>
          </ac:spMkLst>
        </pc:spChg>
        <pc:spChg chg="add">
          <ac:chgData name="Booker, Quiera S" userId="S::quiera.s.bookernubie@uth.tmc.edu::19bf8334-6809-4834-a01e-28598a3eca14" providerId="AD" clId="Web-{DC5B47D3-E112-BBA0-2B8D-5C4B29CA972C}" dt="2023-04-17T23:19:50.630" v="16"/>
          <ac:spMkLst>
            <pc:docMk/>
            <pc:sldMk cId="2518427207" sldId="276"/>
            <ac:spMk id="12" creationId="{EC44F520-2598-460E-9F91-B02F60830CA2}"/>
          </ac:spMkLst>
        </pc:spChg>
        <pc:spChg chg="add">
          <ac:chgData name="Booker, Quiera S" userId="S::quiera.s.bookernubie@uth.tmc.edu::19bf8334-6809-4834-a01e-28598a3eca14" providerId="AD" clId="Web-{DC5B47D3-E112-BBA0-2B8D-5C4B29CA972C}" dt="2023-04-17T23:19:50.630" v="16"/>
          <ac:spMkLst>
            <pc:docMk/>
            <pc:sldMk cId="2518427207" sldId="276"/>
            <ac:spMk id="14" creationId="{7F7F2020-3718-4400-926B-893A0FBDC08F}"/>
          </ac:spMkLst>
        </pc:spChg>
        <pc:spChg chg="add">
          <ac:chgData name="Booker, Quiera S" userId="S::quiera.s.bookernubie@uth.tmc.edu::19bf8334-6809-4834-a01e-28598a3eca14" providerId="AD" clId="Web-{DC5B47D3-E112-BBA0-2B8D-5C4B29CA972C}" dt="2023-04-17T23:19:50.630" v="16"/>
          <ac:spMkLst>
            <pc:docMk/>
            <pc:sldMk cId="2518427207" sldId="276"/>
            <ac:spMk id="16" creationId="{100C66CE-2B3E-4513-9B9D-EC2B8182FAE1}"/>
          </ac:spMkLst>
        </pc:spChg>
        <pc:spChg chg="add">
          <ac:chgData name="Booker, Quiera S" userId="S::quiera.s.bookernubie@uth.tmc.edu::19bf8334-6809-4834-a01e-28598a3eca14" providerId="AD" clId="Web-{DC5B47D3-E112-BBA0-2B8D-5C4B29CA972C}" dt="2023-04-17T23:19:50.630" v="16"/>
          <ac:spMkLst>
            <pc:docMk/>
            <pc:sldMk cId="2518427207" sldId="276"/>
            <ac:spMk id="18" creationId="{E9F3C764-BCFB-4F32-B897-6513FF0F6522}"/>
          </ac:spMkLst>
        </pc:spChg>
        <pc:spChg chg="add">
          <ac:chgData name="Booker, Quiera S" userId="S::quiera.s.bookernubie@uth.tmc.edu::19bf8334-6809-4834-a01e-28598a3eca14" providerId="AD" clId="Web-{DC5B47D3-E112-BBA0-2B8D-5C4B29CA972C}" dt="2023-04-17T23:19:50.630" v="16"/>
          <ac:spMkLst>
            <pc:docMk/>
            <pc:sldMk cId="2518427207" sldId="276"/>
            <ac:spMk id="20" creationId="{8411D24A-F765-48C8-813D-D3A5E5AAB1B1}"/>
          </ac:spMkLst>
        </pc:spChg>
        <pc:picChg chg="add mod ord">
          <ac:chgData name="Booker, Quiera S" userId="S::quiera.s.bookernubie@uth.tmc.edu::19bf8334-6809-4834-a01e-28598a3eca14" providerId="AD" clId="Web-{DC5B47D3-E112-BBA0-2B8D-5C4B29CA972C}" dt="2023-04-17T23:20:08.412" v="22" actId="14100"/>
          <ac:picMkLst>
            <pc:docMk/>
            <pc:sldMk cId="2518427207" sldId="276"/>
            <ac:picMk id="4" creationId="{3AD8D502-8A27-04F0-35DC-9A6AA5B0D988}"/>
          </ac:picMkLst>
        </pc:picChg>
        <pc:picChg chg="add mod">
          <ac:chgData name="Booker, Quiera S" userId="S::quiera.s.bookernubie@uth.tmc.edu::19bf8334-6809-4834-a01e-28598a3eca14" providerId="AD" clId="Web-{DC5B47D3-E112-BBA0-2B8D-5C4B29CA972C}" dt="2023-04-17T23:19:57.005" v="18" actId="14100"/>
          <ac:picMkLst>
            <pc:docMk/>
            <pc:sldMk cId="2518427207" sldId="276"/>
            <ac:picMk id="5" creationId="{775601D3-65DB-0339-0D12-BB1E26DF0D57}"/>
          </ac:picMkLst>
        </pc:picChg>
      </pc:sldChg>
    </pc:docChg>
  </pc:docChgLst>
  <pc:docChgLst>
    <pc:chgData name="Booker, Quiera S" userId="19bf8334-6809-4834-a01e-28598a3eca14" providerId="ADAL" clId="{1FB808AE-7BEC-BB43-827B-85D3ADB91D04}"/>
    <pc:docChg chg="undo redo custSel addSld modSld addMainMaster delMainMaster">
      <pc:chgData name="Booker, Quiera S" userId="19bf8334-6809-4834-a01e-28598a3eca14" providerId="ADAL" clId="{1FB808AE-7BEC-BB43-827B-85D3ADB91D04}" dt="2023-04-17T23:13:51.641" v="6349" actId="20577"/>
      <pc:docMkLst>
        <pc:docMk/>
      </pc:docMkLst>
      <pc:sldChg chg="addSp delSp modSp mod modClrScheme setClrOvrMap chgLayout">
        <pc:chgData name="Booker, Quiera S" userId="19bf8334-6809-4834-a01e-28598a3eca14" providerId="ADAL" clId="{1FB808AE-7BEC-BB43-827B-85D3ADB91D04}" dt="2023-04-17T22:57:19.828" v="5115" actId="403"/>
        <pc:sldMkLst>
          <pc:docMk/>
          <pc:sldMk cId="109857222" sldId="256"/>
        </pc:sldMkLst>
        <pc:spChg chg="mod">
          <ac:chgData name="Booker, Quiera S" userId="19bf8334-6809-4834-a01e-28598a3eca14" providerId="ADAL" clId="{1FB808AE-7BEC-BB43-827B-85D3ADB91D04}" dt="2023-04-17T22:57:19.828" v="5115" actId="403"/>
          <ac:spMkLst>
            <pc:docMk/>
            <pc:sldMk cId="109857222" sldId="256"/>
            <ac:spMk id="2" creationId="{00000000-0000-0000-0000-000000000000}"/>
          </ac:spMkLst>
        </pc:spChg>
        <pc:spChg chg="mod">
          <ac:chgData name="Booker, Quiera S" userId="19bf8334-6809-4834-a01e-28598a3eca14" providerId="ADAL" clId="{1FB808AE-7BEC-BB43-827B-85D3ADB91D04}" dt="2023-04-17T22:57:15.812" v="5114" actId="403"/>
          <ac:spMkLst>
            <pc:docMk/>
            <pc:sldMk cId="109857222" sldId="256"/>
            <ac:spMk id="3" creationId="{00000000-0000-0000-0000-000000000000}"/>
          </ac:spMkLst>
        </pc:spChg>
        <pc:spChg chg="add del">
          <ac:chgData name="Booker, Quiera S" userId="19bf8334-6809-4834-a01e-28598a3eca14" providerId="ADAL" clId="{1FB808AE-7BEC-BB43-827B-85D3ADB91D04}" dt="2023-04-17T20:38:21.269" v="155" actId="26606"/>
          <ac:spMkLst>
            <pc:docMk/>
            <pc:sldMk cId="109857222" sldId="256"/>
            <ac:spMk id="9" creationId="{9B45BA4C-9B54-4496-821F-9E0985CA984D}"/>
          </ac:spMkLst>
        </pc:spChg>
        <pc:spChg chg="add del">
          <ac:chgData name="Booker, Quiera S" userId="19bf8334-6809-4834-a01e-28598a3eca14" providerId="ADAL" clId="{1FB808AE-7BEC-BB43-827B-85D3ADB91D04}" dt="2023-04-17T20:38:21.269" v="155" actId="26606"/>
          <ac:spMkLst>
            <pc:docMk/>
            <pc:sldMk cId="109857222" sldId="256"/>
            <ac:spMk id="11" creationId="{85E1BB9D-FAFF-4C3E-9E44-13F8FBABCD62}"/>
          </ac:spMkLst>
        </pc:spChg>
        <pc:spChg chg="add del">
          <ac:chgData name="Booker, Quiera S" userId="19bf8334-6809-4834-a01e-28598a3eca14" providerId="ADAL" clId="{1FB808AE-7BEC-BB43-827B-85D3ADB91D04}" dt="2023-04-17T20:38:21.269" v="155" actId="26606"/>
          <ac:spMkLst>
            <pc:docMk/>
            <pc:sldMk cId="109857222" sldId="256"/>
            <ac:spMk id="13" creationId="{A8DDC302-DBEC-4742-B54B-5E9AAFE96961}"/>
          </ac:spMkLst>
        </pc:spChg>
        <pc:spChg chg="add del">
          <ac:chgData name="Booker, Quiera S" userId="19bf8334-6809-4834-a01e-28598a3eca14" providerId="ADAL" clId="{1FB808AE-7BEC-BB43-827B-85D3ADB91D04}" dt="2023-04-17T20:38:19.934" v="152" actId="26606"/>
          <ac:spMkLst>
            <pc:docMk/>
            <pc:sldMk cId="109857222" sldId="256"/>
            <ac:spMk id="15" creationId="{F619DE0E-F039-443E-AF60-E4B6AA72D29F}"/>
          </ac:spMkLst>
        </pc:spChg>
        <pc:spChg chg="add del">
          <ac:chgData name="Booker, Quiera S" userId="19bf8334-6809-4834-a01e-28598a3eca14" providerId="ADAL" clId="{1FB808AE-7BEC-BB43-827B-85D3ADB91D04}" dt="2023-04-17T20:38:19.934" v="152" actId="26606"/>
          <ac:spMkLst>
            <pc:docMk/>
            <pc:sldMk cId="109857222" sldId="256"/>
            <ac:spMk id="16" creationId="{AA065953-3D69-4CD4-80C3-DF10DEB4C761}"/>
          </ac:spMkLst>
        </pc:spChg>
        <pc:spChg chg="add del">
          <ac:chgData name="Booker, Quiera S" userId="19bf8334-6809-4834-a01e-28598a3eca14" providerId="ADAL" clId="{1FB808AE-7BEC-BB43-827B-85D3ADB91D04}" dt="2023-04-17T20:38:19.934" v="152" actId="26606"/>
          <ac:spMkLst>
            <pc:docMk/>
            <pc:sldMk cId="109857222" sldId="256"/>
            <ac:spMk id="17" creationId="{2AB36DB5-F10D-4EDB-87E2-ECB9301FFC62}"/>
          </ac:spMkLst>
        </pc:spChg>
        <pc:spChg chg="add del">
          <ac:chgData name="Booker, Quiera S" userId="19bf8334-6809-4834-a01e-28598a3eca14" providerId="ADAL" clId="{1FB808AE-7BEC-BB43-827B-85D3ADB91D04}" dt="2023-04-17T20:38:13.823" v="148" actId="26606"/>
          <ac:spMkLst>
            <pc:docMk/>
            <pc:sldMk cId="109857222" sldId="256"/>
            <ac:spMk id="18" creationId="{F619DE0E-F039-443E-AF60-E4B6AA72D29F}"/>
          </ac:spMkLst>
        </pc:spChg>
        <pc:spChg chg="add del">
          <ac:chgData name="Booker, Quiera S" userId="19bf8334-6809-4834-a01e-28598a3eca14" providerId="ADAL" clId="{1FB808AE-7BEC-BB43-827B-85D3ADB91D04}" dt="2023-04-17T20:38:19.934" v="152" actId="26606"/>
          <ac:spMkLst>
            <pc:docMk/>
            <pc:sldMk cId="109857222" sldId="256"/>
            <ac:spMk id="19" creationId="{446F195D-95DC-419E-BBC1-E2B601A6067B}"/>
          </ac:spMkLst>
        </pc:spChg>
        <pc:spChg chg="add del">
          <ac:chgData name="Booker, Quiera S" userId="19bf8334-6809-4834-a01e-28598a3eca14" providerId="ADAL" clId="{1FB808AE-7BEC-BB43-827B-85D3ADB91D04}" dt="2023-04-17T20:38:13.823" v="148" actId="26606"/>
          <ac:spMkLst>
            <pc:docMk/>
            <pc:sldMk cId="109857222" sldId="256"/>
            <ac:spMk id="20" creationId="{AA065953-3D69-4CD4-80C3-DF10DEB4C761}"/>
          </ac:spMkLst>
        </pc:spChg>
        <pc:spChg chg="add del">
          <ac:chgData name="Booker, Quiera S" userId="19bf8334-6809-4834-a01e-28598a3eca14" providerId="ADAL" clId="{1FB808AE-7BEC-BB43-827B-85D3ADB91D04}" dt="2023-04-17T20:38:19.934" v="152" actId="26606"/>
          <ac:spMkLst>
            <pc:docMk/>
            <pc:sldMk cId="109857222" sldId="256"/>
            <ac:spMk id="21" creationId="{55993D72-5628-4E5E-BB9F-96066414EEFD}"/>
          </ac:spMkLst>
        </pc:spChg>
        <pc:spChg chg="add del">
          <ac:chgData name="Booker, Quiera S" userId="19bf8334-6809-4834-a01e-28598a3eca14" providerId="ADAL" clId="{1FB808AE-7BEC-BB43-827B-85D3ADB91D04}" dt="2023-04-17T20:38:13.823" v="148" actId="26606"/>
          <ac:spMkLst>
            <pc:docMk/>
            <pc:sldMk cId="109857222" sldId="256"/>
            <ac:spMk id="22" creationId="{2AB36DB5-F10D-4EDB-87E2-ECB9301FFC62}"/>
          </ac:spMkLst>
        </pc:spChg>
        <pc:spChg chg="add del">
          <ac:chgData name="Booker, Quiera S" userId="19bf8334-6809-4834-a01e-28598a3eca14" providerId="ADAL" clId="{1FB808AE-7BEC-BB43-827B-85D3ADB91D04}" dt="2023-04-17T20:38:21.221" v="154" actId="26606"/>
          <ac:spMkLst>
            <pc:docMk/>
            <pc:sldMk cId="109857222" sldId="256"/>
            <ac:spMk id="23" creationId="{158B3569-73B2-4D05-8E95-886A6EE17F1F}"/>
          </ac:spMkLst>
        </pc:spChg>
        <pc:spChg chg="add del">
          <ac:chgData name="Booker, Quiera S" userId="19bf8334-6809-4834-a01e-28598a3eca14" providerId="ADAL" clId="{1FB808AE-7BEC-BB43-827B-85D3ADB91D04}" dt="2023-04-17T20:38:13.823" v="148" actId="26606"/>
          <ac:spMkLst>
            <pc:docMk/>
            <pc:sldMk cId="109857222" sldId="256"/>
            <ac:spMk id="24" creationId="{446F195D-95DC-419E-BBC1-E2B601A6067B}"/>
          </ac:spMkLst>
        </pc:spChg>
        <pc:spChg chg="add del">
          <ac:chgData name="Booker, Quiera S" userId="19bf8334-6809-4834-a01e-28598a3eca14" providerId="ADAL" clId="{1FB808AE-7BEC-BB43-827B-85D3ADB91D04}" dt="2023-04-17T20:38:21.221" v="154" actId="26606"/>
          <ac:spMkLst>
            <pc:docMk/>
            <pc:sldMk cId="109857222" sldId="256"/>
            <ac:spMk id="25" creationId="{B71758F4-3F46-45DA-8AC5-4E508DA080BA}"/>
          </ac:spMkLst>
        </pc:spChg>
        <pc:spChg chg="add del">
          <ac:chgData name="Booker, Quiera S" userId="19bf8334-6809-4834-a01e-28598a3eca14" providerId="ADAL" clId="{1FB808AE-7BEC-BB43-827B-85D3ADB91D04}" dt="2023-04-17T20:38:13.823" v="148" actId="26606"/>
          <ac:spMkLst>
            <pc:docMk/>
            <pc:sldMk cId="109857222" sldId="256"/>
            <ac:spMk id="26" creationId="{55993D72-5628-4E5E-BB9F-96066414EEFD}"/>
          </ac:spMkLst>
        </pc:spChg>
        <pc:spChg chg="add del">
          <ac:chgData name="Booker, Quiera S" userId="19bf8334-6809-4834-a01e-28598a3eca14" providerId="ADAL" clId="{1FB808AE-7BEC-BB43-827B-85D3ADB91D04}" dt="2023-04-17T20:38:21.221" v="154" actId="26606"/>
          <ac:spMkLst>
            <pc:docMk/>
            <pc:sldMk cId="109857222" sldId="256"/>
            <ac:spMk id="27" creationId="{8550FED7-7C32-42BB-98DB-30272A6331A9}"/>
          </ac:spMkLst>
        </pc:spChg>
        <pc:spChg chg="add del">
          <ac:chgData name="Booker, Quiera S" userId="19bf8334-6809-4834-a01e-28598a3eca14" providerId="ADAL" clId="{1FB808AE-7BEC-BB43-827B-85D3ADB91D04}" dt="2023-04-17T20:38:16.773" v="150" actId="26606"/>
          <ac:spMkLst>
            <pc:docMk/>
            <pc:sldMk cId="109857222" sldId="256"/>
            <ac:spMk id="30" creationId="{A38827F1-3359-44F6-9009-43AE2B17FEAD}"/>
          </ac:spMkLst>
        </pc:spChg>
        <pc:spChg chg="add del">
          <ac:chgData name="Booker, Quiera S" userId="19bf8334-6809-4834-a01e-28598a3eca14" providerId="ADAL" clId="{1FB808AE-7BEC-BB43-827B-85D3ADB91D04}" dt="2023-04-17T20:38:16.773" v="150" actId="26606"/>
          <ac:spMkLst>
            <pc:docMk/>
            <pc:sldMk cId="109857222" sldId="256"/>
            <ac:spMk id="31" creationId="{17AFAD67-5350-4773-886F-D6DD7E66DB04}"/>
          </ac:spMkLst>
        </pc:spChg>
        <pc:spChg chg="add del">
          <ac:chgData name="Booker, Quiera S" userId="19bf8334-6809-4834-a01e-28598a3eca14" providerId="ADAL" clId="{1FB808AE-7BEC-BB43-827B-85D3ADB91D04}" dt="2023-04-17T20:48:43.388" v="781" actId="26606"/>
          <ac:spMkLst>
            <pc:docMk/>
            <pc:sldMk cId="109857222" sldId="256"/>
            <ac:spMk id="33" creationId="{F619DE0E-F039-443E-AF60-E4B6AA72D29F}"/>
          </ac:spMkLst>
        </pc:spChg>
        <pc:spChg chg="add del">
          <ac:chgData name="Booker, Quiera S" userId="19bf8334-6809-4834-a01e-28598a3eca14" providerId="ADAL" clId="{1FB808AE-7BEC-BB43-827B-85D3ADB91D04}" dt="2023-04-17T20:48:43.388" v="781" actId="26606"/>
          <ac:spMkLst>
            <pc:docMk/>
            <pc:sldMk cId="109857222" sldId="256"/>
            <ac:spMk id="34" creationId="{AA065953-3D69-4CD4-80C3-DF10DEB4C761}"/>
          </ac:spMkLst>
        </pc:spChg>
        <pc:spChg chg="add del">
          <ac:chgData name="Booker, Quiera S" userId="19bf8334-6809-4834-a01e-28598a3eca14" providerId="ADAL" clId="{1FB808AE-7BEC-BB43-827B-85D3ADB91D04}" dt="2023-04-17T20:48:43.388" v="781" actId="26606"/>
          <ac:spMkLst>
            <pc:docMk/>
            <pc:sldMk cId="109857222" sldId="256"/>
            <ac:spMk id="35" creationId="{2AB36DB5-F10D-4EDB-87E2-ECB9301FFC62}"/>
          </ac:spMkLst>
        </pc:spChg>
        <pc:spChg chg="add del">
          <ac:chgData name="Booker, Quiera S" userId="19bf8334-6809-4834-a01e-28598a3eca14" providerId="ADAL" clId="{1FB808AE-7BEC-BB43-827B-85D3ADB91D04}" dt="2023-04-17T20:48:43.388" v="781" actId="26606"/>
          <ac:spMkLst>
            <pc:docMk/>
            <pc:sldMk cId="109857222" sldId="256"/>
            <ac:spMk id="36" creationId="{446F195D-95DC-419E-BBC1-E2B601A6067B}"/>
          </ac:spMkLst>
        </pc:spChg>
        <pc:spChg chg="add del">
          <ac:chgData name="Booker, Quiera S" userId="19bf8334-6809-4834-a01e-28598a3eca14" providerId="ADAL" clId="{1FB808AE-7BEC-BB43-827B-85D3ADB91D04}" dt="2023-04-17T20:48:43.388" v="781" actId="26606"/>
          <ac:spMkLst>
            <pc:docMk/>
            <pc:sldMk cId="109857222" sldId="256"/>
            <ac:spMk id="37" creationId="{55993D72-5628-4E5E-BB9F-96066414EEFD}"/>
          </ac:spMkLst>
        </pc:spChg>
        <pc:spChg chg="add">
          <ac:chgData name="Booker, Quiera S" userId="19bf8334-6809-4834-a01e-28598a3eca14" providerId="ADAL" clId="{1FB808AE-7BEC-BB43-827B-85D3ADB91D04}" dt="2023-04-17T20:48:43.388" v="781" actId="26606"/>
          <ac:spMkLst>
            <pc:docMk/>
            <pc:sldMk cId="109857222" sldId="256"/>
            <ac:spMk id="42" creationId="{4D896123-1B32-4CB1-B2ED-E34BBC26B423}"/>
          </ac:spMkLst>
        </pc:spChg>
        <pc:spChg chg="add">
          <ac:chgData name="Booker, Quiera S" userId="19bf8334-6809-4834-a01e-28598a3eca14" providerId="ADAL" clId="{1FB808AE-7BEC-BB43-827B-85D3ADB91D04}" dt="2023-04-17T20:48:43.388" v="781" actId="26606"/>
          <ac:spMkLst>
            <pc:docMk/>
            <pc:sldMk cId="109857222" sldId="256"/>
            <ac:spMk id="44" creationId="{019FDB4D-987D-4C87-A179-9D4616AB2455}"/>
          </ac:spMkLst>
        </pc:spChg>
        <pc:grpChg chg="add del">
          <ac:chgData name="Booker, Quiera S" userId="19bf8334-6809-4834-a01e-28598a3eca14" providerId="ADAL" clId="{1FB808AE-7BEC-BB43-827B-85D3ADB91D04}" dt="2023-04-17T20:38:16.773" v="150" actId="26606"/>
          <ac:grpSpMkLst>
            <pc:docMk/>
            <pc:sldMk cId="109857222" sldId="256"/>
            <ac:grpSpMk id="32" creationId="{654AC0FE-C43D-49AC-9730-284354DEC86E}"/>
          </ac:grpSpMkLst>
        </pc:grpChg>
        <pc:picChg chg="del mod ord">
          <ac:chgData name="Booker, Quiera S" userId="19bf8334-6809-4834-a01e-28598a3eca14" providerId="ADAL" clId="{1FB808AE-7BEC-BB43-827B-85D3ADB91D04}" dt="2023-04-17T20:48:37.757" v="779" actId="478"/>
          <ac:picMkLst>
            <pc:docMk/>
            <pc:sldMk cId="109857222" sldId="256"/>
            <ac:picMk id="4" creationId="{6AD08C69-7B65-5D86-528E-8BE6358FE999}"/>
          </ac:picMkLst>
        </pc:picChg>
        <pc:picChg chg="add mod ord">
          <ac:chgData name="Booker, Quiera S" userId="19bf8334-6809-4834-a01e-28598a3eca14" providerId="ADAL" clId="{1FB808AE-7BEC-BB43-827B-85D3ADB91D04}" dt="2023-04-17T20:48:43.388" v="781" actId="26606"/>
          <ac:picMkLst>
            <pc:docMk/>
            <pc:sldMk cId="109857222" sldId="256"/>
            <ac:picMk id="6" creationId="{0B667045-C454-E773-F37B-632A5BA30BB0}"/>
          </ac:picMkLst>
        </pc:picChg>
        <pc:cxnChg chg="add del">
          <ac:chgData name="Booker, Quiera S" userId="19bf8334-6809-4834-a01e-28598a3eca14" providerId="ADAL" clId="{1FB808AE-7BEC-BB43-827B-85D3ADB91D04}" dt="2023-04-17T20:38:21.221" v="154" actId="26606"/>
          <ac:cxnSpMkLst>
            <pc:docMk/>
            <pc:sldMk cId="109857222" sldId="256"/>
            <ac:cxnSpMk id="28" creationId="{56020367-4FD5-4596-8E10-C5F095CD8DBF}"/>
          </ac:cxnSpMkLst>
        </pc:cxnChg>
      </pc:sldChg>
      <pc:sldChg chg="addSp modSp new mod setBg modNotesTx">
        <pc:chgData name="Booker, Quiera S" userId="19bf8334-6809-4834-a01e-28598a3eca14" providerId="ADAL" clId="{1FB808AE-7BEC-BB43-827B-85D3ADB91D04}" dt="2023-04-17T22:58:35.726" v="5132" actId="14100"/>
        <pc:sldMkLst>
          <pc:docMk/>
          <pc:sldMk cId="1328692325" sldId="257"/>
        </pc:sldMkLst>
        <pc:spChg chg="mod">
          <ac:chgData name="Booker, Quiera S" userId="19bf8334-6809-4834-a01e-28598a3eca14" providerId="ADAL" clId="{1FB808AE-7BEC-BB43-827B-85D3ADB91D04}" dt="2023-04-17T22:58:35.726" v="5132" actId="14100"/>
          <ac:spMkLst>
            <pc:docMk/>
            <pc:sldMk cId="1328692325" sldId="257"/>
            <ac:spMk id="2" creationId="{8A6545BC-3C77-AEC7-0C0C-21F2A6E9964F}"/>
          </ac:spMkLst>
        </pc:spChg>
        <pc:spChg chg="mod">
          <ac:chgData name="Booker, Quiera S" userId="19bf8334-6809-4834-a01e-28598a3eca14" providerId="ADAL" clId="{1FB808AE-7BEC-BB43-827B-85D3ADB91D04}" dt="2023-04-17T22:56:57.934" v="5109" actId="2711"/>
          <ac:spMkLst>
            <pc:docMk/>
            <pc:sldMk cId="1328692325" sldId="257"/>
            <ac:spMk id="3" creationId="{E9A22E31-8686-A3B7-099D-A68A4866AF23}"/>
          </ac:spMkLst>
        </pc:spChg>
        <pc:spChg chg="add mod">
          <ac:chgData name="Booker, Quiera S" userId="19bf8334-6809-4834-a01e-28598a3eca14" providerId="ADAL" clId="{1FB808AE-7BEC-BB43-827B-85D3ADB91D04}" dt="2023-04-17T22:56:57.934" v="5109" actId="2711"/>
          <ac:spMkLst>
            <pc:docMk/>
            <pc:sldMk cId="1328692325" sldId="257"/>
            <ac:spMk id="9" creationId="{1B15ED52-F352-441B-82BF-E0EA34836D08}"/>
          </ac:spMkLst>
        </pc:spChg>
        <pc:spChg chg="add mod">
          <ac:chgData name="Booker, Quiera S" userId="19bf8334-6809-4834-a01e-28598a3eca14" providerId="ADAL" clId="{1FB808AE-7BEC-BB43-827B-85D3ADB91D04}" dt="2023-04-17T22:56:57.934" v="5109" actId="2711"/>
          <ac:spMkLst>
            <pc:docMk/>
            <pc:sldMk cId="1328692325" sldId="257"/>
            <ac:spMk id="11" creationId="{61707E60-CEC9-4661-AA82-69242EB4BDC3}"/>
          </ac:spMkLst>
        </pc:spChg>
        <pc:spChg chg="add mod">
          <ac:chgData name="Booker, Quiera S" userId="19bf8334-6809-4834-a01e-28598a3eca14" providerId="ADAL" clId="{1FB808AE-7BEC-BB43-827B-85D3ADB91D04}" dt="2023-04-17T22:56:57.934" v="5109" actId="2711"/>
          <ac:spMkLst>
            <pc:docMk/>
            <pc:sldMk cId="1328692325" sldId="257"/>
            <ac:spMk id="13" creationId="{8F035CD8-AE30-4146-96F2-036B0CE5E4F3}"/>
          </ac:spMkLst>
        </pc:spChg>
        <pc:picChg chg="add mod">
          <ac:chgData name="Booker, Quiera S" userId="19bf8334-6809-4834-a01e-28598a3eca14" providerId="ADAL" clId="{1FB808AE-7BEC-BB43-827B-85D3ADB91D04}" dt="2023-04-17T22:56:57.934" v="5109" actId="2711"/>
          <ac:picMkLst>
            <pc:docMk/>
            <pc:sldMk cId="1328692325" sldId="257"/>
            <ac:picMk id="5" creationId="{9AED977F-E83C-88A1-D9D4-A5639B2219FC}"/>
          </ac:picMkLst>
        </pc:picChg>
      </pc:sldChg>
      <pc:sldChg chg="addSp delSp modSp new mod setBg modNotesTx">
        <pc:chgData name="Booker, Quiera S" userId="19bf8334-6809-4834-a01e-28598a3eca14" providerId="ADAL" clId="{1FB808AE-7BEC-BB43-827B-85D3ADB91D04}" dt="2023-04-17T22:58:26.780" v="5130" actId="403"/>
        <pc:sldMkLst>
          <pc:docMk/>
          <pc:sldMk cId="1058094590" sldId="258"/>
        </pc:sldMkLst>
        <pc:spChg chg="mod">
          <ac:chgData name="Booker, Quiera S" userId="19bf8334-6809-4834-a01e-28598a3eca14" providerId="ADAL" clId="{1FB808AE-7BEC-BB43-827B-85D3ADB91D04}" dt="2023-04-17T22:58:26.780" v="5130" actId="403"/>
          <ac:spMkLst>
            <pc:docMk/>
            <pc:sldMk cId="1058094590" sldId="258"/>
            <ac:spMk id="2" creationId="{49937C59-7DFF-2946-BF41-A9E5B7E5ACBA}"/>
          </ac:spMkLst>
        </pc:spChg>
        <pc:spChg chg="mod">
          <ac:chgData name="Booker, Quiera S" userId="19bf8334-6809-4834-a01e-28598a3eca14" providerId="ADAL" clId="{1FB808AE-7BEC-BB43-827B-85D3ADB91D04}" dt="2023-04-17T20:58:44.086" v="1499" actId="207"/>
          <ac:spMkLst>
            <pc:docMk/>
            <pc:sldMk cId="1058094590" sldId="258"/>
            <ac:spMk id="3" creationId="{7475359E-FBB2-F46B-2436-DAFC1FE8B947}"/>
          </ac:spMkLst>
        </pc:spChg>
        <pc:spChg chg="add del">
          <ac:chgData name="Booker, Quiera S" userId="19bf8334-6809-4834-a01e-28598a3eca14" providerId="ADAL" clId="{1FB808AE-7BEC-BB43-827B-85D3ADB91D04}" dt="2023-04-17T20:49:26.138" v="787" actId="26606"/>
          <ac:spMkLst>
            <pc:docMk/>
            <pc:sldMk cId="1058094590" sldId="258"/>
            <ac:spMk id="9" creationId="{C4285719-470E-454C-AF62-8323075F1F5B}"/>
          </ac:spMkLst>
        </pc:spChg>
        <pc:spChg chg="add del">
          <ac:chgData name="Booker, Quiera S" userId="19bf8334-6809-4834-a01e-28598a3eca14" providerId="ADAL" clId="{1FB808AE-7BEC-BB43-827B-85D3ADB91D04}" dt="2023-04-17T20:49:26.138" v="787" actId="26606"/>
          <ac:spMkLst>
            <pc:docMk/>
            <pc:sldMk cId="1058094590" sldId="258"/>
            <ac:spMk id="11" creationId="{4E3AE8C3-8F65-40F4-BABE-E70F3830147B}"/>
          </ac:spMkLst>
        </pc:spChg>
        <pc:spChg chg="add del">
          <ac:chgData name="Booker, Quiera S" userId="19bf8334-6809-4834-a01e-28598a3eca14" providerId="ADAL" clId="{1FB808AE-7BEC-BB43-827B-85D3ADB91D04}" dt="2023-04-17T20:49:26.138" v="787" actId="26606"/>
          <ac:spMkLst>
            <pc:docMk/>
            <pc:sldMk cId="1058094590" sldId="258"/>
            <ac:spMk id="13" creationId="{E2FC4764-B8D5-4F87-95DB-3125B2D12855}"/>
          </ac:spMkLst>
        </pc:spChg>
        <pc:spChg chg="add del">
          <ac:chgData name="Booker, Quiera S" userId="19bf8334-6809-4834-a01e-28598a3eca14" providerId="ADAL" clId="{1FB808AE-7BEC-BB43-827B-85D3ADB91D04}" dt="2023-04-17T20:49:26.138" v="787" actId="26606"/>
          <ac:spMkLst>
            <pc:docMk/>
            <pc:sldMk cId="1058094590" sldId="258"/>
            <ac:spMk id="15" creationId="{B4C1654F-94F5-497E-8ECF-F2A7E84D6A63}"/>
          </ac:spMkLst>
        </pc:spChg>
        <pc:spChg chg="add del">
          <ac:chgData name="Booker, Quiera S" userId="19bf8334-6809-4834-a01e-28598a3eca14" providerId="ADAL" clId="{1FB808AE-7BEC-BB43-827B-85D3ADB91D04}" dt="2023-04-17T20:49:26.138" v="787" actId="26606"/>
          <ac:spMkLst>
            <pc:docMk/>
            <pc:sldMk cId="1058094590" sldId="258"/>
            <ac:spMk id="17" creationId="{38FAA1A1-D861-433F-88FA-1E9D6FD31D11}"/>
          </ac:spMkLst>
        </pc:spChg>
        <pc:spChg chg="add">
          <ac:chgData name="Booker, Quiera S" userId="19bf8334-6809-4834-a01e-28598a3eca14" providerId="ADAL" clId="{1FB808AE-7BEC-BB43-827B-85D3ADB91D04}" dt="2023-04-17T20:49:26.138" v="787" actId="26606"/>
          <ac:spMkLst>
            <pc:docMk/>
            <pc:sldMk cId="1058094590" sldId="258"/>
            <ac:spMk id="22" creationId="{1B15ED52-F352-441B-82BF-E0EA34836D08}"/>
          </ac:spMkLst>
        </pc:spChg>
        <pc:spChg chg="add">
          <ac:chgData name="Booker, Quiera S" userId="19bf8334-6809-4834-a01e-28598a3eca14" providerId="ADAL" clId="{1FB808AE-7BEC-BB43-827B-85D3ADB91D04}" dt="2023-04-17T20:49:26.138" v="787" actId="26606"/>
          <ac:spMkLst>
            <pc:docMk/>
            <pc:sldMk cId="1058094590" sldId="258"/>
            <ac:spMk id="24" creationId="{61707E60-CEC9-4661-AA82-69242EB4BDC3}"/>
          </ac:spMkLst>
        </pc:spChg>
        <pc:spChg chg="add">
          <ac:chgData name="Booker, Quiera S" userId="19bf8334-6809-4834-a01e-28598a3eca14" providerId="ADAL" clId="{1FB808AE-7BEC-BB43-827B-85D3ADB91D04}" dt="2023-04-17T20:49:26.138" v="787" actId="26606"/>
          <ac:spMkLst>
            <pc:docMk/>
            <pc:sldMk cId="1058094590" sldId="258"/>
            <ac:spMk id="26" creationId="{8F035CD8-AE30-4146-96F2-036B0CE5E4F3}"/>
          </ac:spMkLst>
        </pc:spChg>
        <pc:picChg chg="add mod">
          <ac:chgData name="Booker, Quiera S" userId="19bf8334-6809-4834-a01e-28598a3eca14" providerId="ADAL" clId="{1FB808AE-7BEC-BB43-827B-85D3ADB91D04}" dt="2023-04-17T20:49:26.138" v="787" actId="26606"/>
          <ac:picMkLst>
            <pc:docMk/>
            <pc:sldMk cId="1058094590" sldId="258"/>
            <ac:picMk id="5" creationId="{E78FDA12-9ACA-FF7A-9D2B-742430813CEE}"/>
          </ac:picMkLst>
        </pc:picChg>
      </pc:sldChg>
      <pc:sldChg chg="modSp new mod modNotesTx">
        <pc:chgData name="Booker, Quiera S" userId="19bf8334-6809-4834-a01e-28598a3eca14" providerId="ADAL" clId="{1FB808AE-7BEC-BB43-827B-85D3ADB91D04}" dt="2023-04-17T22:58:24.116" v="5129" actId="403"/>
        <pc:sldMkLst>
          <pc:docMk/>
          <pc:sldMk cId="3490072263" sldId="259"/>
        </pc:sldMkLst>
        <pc:spChg chg="mod">
          <ac:chgData name="Booker, Quiera S" userId="19bf8334-6809-4834-a01e-28598a3eca14" providerId="ADAL" clId="{1FB808AE-7BEC-BB43-827B-85D3ADB91D04}" dt="2023-04-17T22:58:24.116" v="5129" actId="403"/>
          <ac:spMkLst>
            <pc:docMk/>
            <pc:sldMk cId="3490072263" sldId="259"/>
            <ac:spMk id="2" creationId="{0929FC9A-A0BE-1CBF-87A2-5D446246656A}"/>
          </ac:spMkLst>
        </pc:spChg>
        <pc:spChg chg="mod">
          <ac:chgData name="Booker, Quiera S" userId="19bf8334-6809-4834-a01e-28598a3eca14" providerId="ADAL" clId="{1FB808AE-7BEC-BB43-827B-85D3ADB91D04}" dt="2023-04-17T22:07:10.236" v="3539" actId="14100"/>
          <ac:spMkLst>
            <pc:docMk/>
            <pc:sldMk cId="3490072263" sldId="259"/>
            <ac:spMk id="3" creationId="{3093F81F-F5BB-A4BC-0076-059FE8D9DD08}"/>
          </ac:spMkLst>
        </pc:spChg>
      </pc:sldChg>
      <pc:sldChg chg="addSp delSp modSp new mod setBg modNotesTx">
        <pc:chgData name="Booker, Quiera S" userId="19bf8334-6809-4834-a01e-28598a3eca14" providerId="ADAL" clId="{1FB808AE-7BEC-BB43-827B-85D3ADB91D04}" dt="2023-04-17T22:58:12.715" v="5126" actId="403"/>
        <pc:sldMkLst>
          <pc:docMk/>
          <pc:sldMk cId="2659228078" sldId="260"/>
        </pc:sldMkLst>
        <pc:spChg chg="mod">
          <ac:chgData name="Booker, Quiera S" userId="19bf8334-6809-4834-a01e-28598a3eca14" providerId="ADAL" clId="{1FB808AE-7BEC-BB43-827B-85D3ADB91D04}" dt="2023-04-17T22:58:12.715" v="5126" actId="403"/>
          <ac:spMkLst>
            <pc:docMk/>
            <pc:sldMk cId="2659228078" sldId="260"/>
            <ac:spMk id="2" creationId="{147B758A-C6B6-6B5A-F32D-493580217911}"/>
          </ac:spMkLst>
        </pc:spChg>
        <pc:spChg chg="mod">
          <ac:chgData name="Booker, Quiera S" userId="19bf8334-6809-4834-a01e-28598a3eca14" providerId="ADAL" clId="{1FB808AE-7BEC-BB43-827B-85D3ADB91D04}" dt="2023-04-17T21:08:36.517" v="2048" actId="1076"/>
          <ac:spMkLst>
            <pc:docMk/>
            <pc:sldMk cId="2659228078" sldId="260"/>
            <ac:spMk id="3" creationId="{8CBE65CC-C8C9-D86E-FF22-7CC7FF1F7590}"/>
          </ac:spMkLst>
        </pc:spChg>
        <pc:spChg chg="add">
          <ac:chgData name="Booker, Quiera S" userId="19bf8334-6809-4834-a01e-28598a3eca14" providerId="ADAL" clId="{1FB808AE-7BEC-BB43-827B-85D3ADB91D04}" dt="2023-04-17T20:57:41.903" v="1489" actId="26606"/>
          <ac:spMkLst>
            <pc:docMk/>
            <pc:sldMk cId="2659228078" sldId="260"/>
            <ac:spMk id="9" creationId="{1B15ED52-F352-441B-82BF-E0EA34836D08}"/>
          </ac:spMkLst>
        </pc:spChg>
        <pc:spChg chg="add">
          <ac:chgData name="Booker, Quiera S" userId="19bf8334-6809-4834-a01e-28598a3eca14" providerId="ADAL" clId="{1FB808AE-7BEC-BB43-827B-85D3ADB91D04}" dt="2023-04-17T20:57:41.903" v="1489" actId="26606"/>
          <ac:spMkLst>
            <pc:docMk/>
            <pc:sldMk cId="2659228078" sldId="260"/>
            <ac:spMk id="11" creationId="{61707E60-CEC9-4661-AA82-69242EB4BDC3}"/>
          </ac:spMkLst>
        </pc:spChg>
        <pc:spChg chg="add">
          <ac:chgData name="Booker, Quiera S" userId="19bf8334-6809-4834-a01e-28598a3eca14" providerId="ADAL" clId="{1FB808AE-7BEC-BB43-827B-85D3ADB91D04}" dt="2023-04-17T20:57:41.903" v="1489" actId="26606"/>
          <ac:spMkLst>
            <pc:docMk/>
            <pc:sldMk cId="2659228078" sldId="260"/>
            <ac:spMk id="13" creationId="{8F035CD8-AE30-4146-96F2-036B0CE5E4F3}"/>
          </ac:spMkLst>
        </pc:spChg>
        <pc:picChg chg="add del">
          <ac:chgData name="Booker, Quiera S" userId="19bf8334-6809-4834-a01e-28598a3eca14" providerId="ADAL" clId="{1FB808AE-7BEC-BB43-827B-85D3ADB91D04}" dt="2023-04-17T21:00:00.261" v="1516" actId="478"/>
          <ac:picMkLst>
            <pc:docMk/>
            <pc:sldMk cId="2659228078" sldId="260"/>
            <ac:picMk id="5" creationId="{CBDA3C3B-CCC3-BFFF-CA08-8B4CAD030AE8}"/>
          </ac:picMkLst>
        </pc:picChg>
      </pc:sldChg>
      <pc:sldChg chg="addSp delSp modSp new mod setBg modNotesTx">
        <pc:chgData name="Booker, Quiera S" userId="19bf8334-6809-4834-a01e-28598a3eca14" providerId="ADAL" clId="{1FB808AE-7BEC-BB43-827B-85D3ADB91D04}" dt="2023-04-17T22:58:20.788" v="5128" actId="255"/>
        <pc:sldMkLst>
          <pc:docMk/>
          <pc:sldMk cId="1470041491" sldId="261"/>
        </pc:sldMkLst>
        <pc:spChg chg="mod">
          <ac:chgData name="Booker, Quiera S" userId="19bf8334-6809-4834-a01e-28598a3eca14" providerId="ADAL" clId="{1FB808AE-7BEC-BB43-827B-85D3ADB91D04}" dt="2023-04-17T22:58:20.788" v="5128" actId="255"/>
          <ac:spMkLst>
            <pc:docMk/>
            <pc:sldMk cId="1470041491" sldId="261"/>
            <ac:spMk id="2" creationId="{8BACA9B0-805C-E70B-0CAE-6EBE9A6CC0C8}"/>
          </ac:spMkLst>
        </pc:spChg>
        <pc:spChg chg="mod">
          <ac:chgData name="Booker, Quiera S" userId="19bf8334-6809-4834-a01e-28598a3eca14" providerId="ADAL" clId="{1FB808AE-7BEC-BB43-827B-85D3ADB91D04}" dt="2023-04-17T22:07:00.038" v="3537" actId="1076"/>
          <ac:spMkLst>
            <pc:docMk/>
            <pc:sldMk cId="1470041491" sldId="261"/>
            <ac:spMk id="3" creationId="{98360C7F-251D-0F59-C3BC-1CA30B0A7D32}"/>
          </ac:spMkLst>
        </pc:spChg>
        <pc:spChg chg="add">
          <ac:chgData name="Booker, Quiera S" userId="19bf8334-6809-4834-a01e-28598a3eca14" providerId="ADAL" clId="{1FB808AE-7BEC-BB43-827B-85D3ADB91D04}" dt="2023-04-17T20:59:28.407" v="1508" actId="26606"/>
          <ac:spMkLst>
            <pc:docMk/>
            <pc:sldMk cId="1470041491" sldId="261"/>
            <ac:spMk id="6" creationId="{1B15ED52-F352-441B-82BF-E0EA34836D08}"/>
          </ac:spMkLst>
        </pc:spChg>
        <pc:spChg chg="add">
          <ac:chgData name="Booker, Quiera S" userId="19bf8334-6809-4834-a01e-28598a3eca14" providerId="ADAL" clId="{1FB808AE-7BEC-BB43-827B-85D3ADB91D04}" dt="2023-04-17T20:59:28.407" v="1508" actId="26606"/>
          <ac:spMkLst>
            <pc:docMk/>
            <pc:sldMk cId="1470041491" sldId="261"/>
            <ac:spMk id="7" creationId="{61707E60-CEC9-4661-AA82-69242EB4BDC3}"/>
          </ac:spMkLst>
        </pc:spChg>
        <pc:spChg chg="add">
          <ac:chgData name="Booker, Quiera S" userId="19bf8334-6809-4834-a01e-28598a3eca14" providerId="ADAL" clId="{1FB808AE-7BEC-BB43-827B-85D3ADB91D04}" dt="2023-04-17T20:59:28.407" v="1508" actId="26606"/>
          <ac:spMkLst>
            <pc:docMk/>
            <pc:sldMk cId="1470041491" sldId="261"/>
            <ac:spMk id="8" creationId="{8F035CD8-AE30-4146-96F2-036B0CE5E4F3}"/>
          </ac:spMkLst>
        </pc:spChg>
        <pc:spChg chg="add del">
          <ac:chgData name="Booker, Quiera S" userId="19bf8334-6809-4834-a01e-28598a3eca14" providerId="ADAL" clId="{1FB808AE-7BEC-BB43-827B-85D3ADB91D04}" dt="2023-04-17T20:59:25.361" v="1507" actId="26606"/>
          <ac:spMkLst>
            <pc:docMk/>
            <pc:sldMk cId="1470041491" sldId="261"/>
            <ac:spMk id="9" creationId="{1B15ED52-F352-441B-82BF-E0EA34836D08}"/>
          </ac:spMkLst>
        </pc:spChg>
        <pc:spChg chg="add del">
          <ac:chgData name="Booker, Quiera S" userId="19bf8334-6809-4834-a01e-28598a3eca14" providerId="ADAL" clId="{1FB808AE-7BEC-BB43-827B-85D3ADB91D04}" dt="2023-04-17T20:59:25.361" v="1507" actId="26606"/>
          <ac:spMkLst>
            <pc:docMk/>
            <pc:sldMk cId="1470041491" sldId="261"/>
            <ac:spMk id="11" creationId="{61707E60-CEC9-4661-AA82-69242EB4BDC3}"/>
          </ac:spMkLst>
        </pc:spChg>
        <pc:spChg chg="add del">
          <ac:chgData name="Booker, Quiera S" userId="19bf8334-6809-4834-a01e-28598a3eca14" providerId="ADAL" clId="{1FB808AE-7BEC-BB43-827B-85D3ADB91D04}" dt="2023-04-17T20:59:25.361" v="1507" actId="26606"/>
          <ac:spMkLst>
            <pc:docMk/>
            <pc:sldMk cId="1470041491" sldId="261"/>
            <ac:spMk id="13" creationId="{8F035CD8-AE30-4146-96F2-036B0CE5E4F3}"/>
          </ac:spMkLst>
        </pc:spChg>
        <pc:picChg chg="add del">
          <ac:chgData name="Booker, Quiera S" userId="19bf8334-6809-4834-a01e-28598a3eca14" providerId="ADAL" clId="{1FB808AE-7BEC-BB43-827B-85D3ADB91D04}" dt="2023-04-17T20:59:25.361" v="1507" actId="26606"/>
          <ac:picMkLst>
            <pc:docMk/>
            <pc:sldMk cId="1470041491" sldId="261"/>
            <ac:picMk id="5" creationId="{E97B78B3-BE50-885E-BB3A-F817D9DEF1CD}"/>
          </ac:picMkLst>
        </pc:picChg>
        <pc:picChg chg="add">
          <ac:chgData name="Booker, Quiera S" userId="19bf8334-6809-4834-a01e-28598a3eca14" providerId="ADAL" clId="{1FB808AE-7BEC-BB43-827B-85D3ADB91D04}" dt="2023-04-17T20:59:28.407" v="1508" actId="26606"/>
          <ac:picMkLst>
            <pc:docMk/>
            <pc:sldMk cId="1470041491" sldId="261"/>
            <ac:picMk id="10" creationId="{E97B78B3-BE50-885E-BB3A-F817D9DEF1CD}"/>
          </ac:picMkLst>
        </pc:picChg>
      </pc:sldChg>
      <pc:sldChg chg="addSp delSp modSp new mod setBg modNotesTx">
        <pc:chgData name="Booker, Quiera S" userId="19bf8334-6809-4834-a01e-28598a3eca14" providerId="ADAL" clId="{1FB808AE-7BEC-BB43-827B-85D3ADB91D04}" dt="2023-04-17T22:58:47.377" v="5139" actId="404"/>
        <pc:sldMkLst>
          <pc:docMk/>
          <pc:sldMk cId="940086873" sldId="262"/>
        </pc:sldMkLst>
        <pc:spChg chg="mod">
          <ac:chgData name="Booker, Quiera S" userId="19bf8334-6809-4834-a01e-28598a3eca14" providerId="ADAL" clId="{1FB808AE-7BEC-BB43-827B-85D3ADB91D04}" dt="2023-04-17T22:58:47.377" v="5139" actId="404"/>
          <ac:spMkLst>
            <pc:docMk/>
            <pc:sldMk cId="940086873" sldId="262"/>
            <ac:spMk id="2" creationId="{1C1B7EC9-29F1-D062-260C-1E97A6D610DB}"/>
          </ac:spMkLst>
        </pc:spChg>
        <pc:spChg chg="add del mod">
          <ac:chgData name="Booker, Quiera S" userId="19bf8334-6809-4834-a01e-28598a3eca14" providerId="ADAL" clId="{1FB808AE-7BEC-BB43-827B-85D3ADB91D04}" dt="2023-04-17T22:41:15.032" v="4892" actId="26606"/>
          <ac:spMkLst>
            <pc:docMk/>
            <pc:sldMk cId="940086873" sldId="262"/>
            <ac:spMk id="3" creationId="{DAB1D86E-54A4-9664-D1DE-B5835D8ECFEE}"/>
          </ac:spMkLst>
        </pc:spChg>
        <pc:spChg chg="add del">
          <ac:chgData name="Booker, Quiera S" userId="19bf8334-6809-4834-a01e-28598a3eca14" providerId="ADAL" clId="{1FB808AE-7BEC-BB43-827B-85D3ADB91D04}" dt="2023-04-17T22:41:15.032" v="4892" actId="26606"/>
          <ac:spMkLst>
            <pc:docMk/>
            <pc:sldMk cId="940086873" sldId="262"/>
            <ac:spMk id="6" creationId="{E383CC5D-71E8-4CB2-8E4A-F1E4FF6DC9D6}"/>
          </ac:spMkLst>
        </pc:spChg>
        <pc:spChg chg="add del">
          <ac:chgData name="Booker, Quiera S" userId="19bf8334-6809-4834-a01e-28598a3eca14" providerId="ADAL" clId="{1FB808AE-7BEC-BB43-827B-85D3ADB91D04}" dt="2023-04-17T22:41:15.032" v="4892" actId="26606"/>
          <ac:spMkLst>
            <pc:docMk/>
            <pc:sldMk cId="940086873" sldId="262"/>
            <ac:spMk id="7" creationId="{E2DA5AC1-43C5-4243-9028-07DBB80D0C95}"/>
          </ac:spMkLst>
        </pc:spChg>
        <pc:spChg chg="add del">
          <ac:chgData name="Booker, Quiera S" userId="19bf8334-6809-4834-a01e-28598a3eca14" providerId="ADAL" clId="{1FB808AE-7BEC-BB43-827B-85D3ADB91D04}" dt="2023-04-17T22:41:15.032" v="4892" actId="26606"/>
          <ac:spMkLst>
            <pc:docMk/>
            <pc:sldMk cId="940086873" sldId="262"/>
            <ac:spMk id="8" creationId="{8A4EDA1C-27A1-4C83-ACE4-6675EC9245B1}"/>
          </ac:spMkLst>
        </pc:spChg>
        <pc:spChg chg="add del">
          <ac:chgData name="Booker, Quiera S" userId="19bf8334-6809-4834-a01e-28598a3eca14" providerId="ADAL" clId="{1FB808AE-7BEC-BB43-827B-85D3ADB91D04}" dt="2023-04-17T21:06:43.687" v="2026" actId="26606"/>
          <ac:spMkLst>
            <pc:docMk/>
            <pc:sldMk cId="940086873" sldId="262"/>
            <ac:spMk id="9" creationId="{E383CC5D-71E8-4CB2-8E4A-F1E4FF6DC9D6}"/>
          </ac:spMkLst>
        </pc:spChg>
        <pc:spChg chg="add del">
          <ac:chgData name="Booker, Quiera S" userId="19bf8334-6809-4834-a01e-28598a3eca14" providerId="ADAL" clId="{1FB808AE-7BEC-BB43-827B-85D3ADB91D04}" dt="2023-04-17T22:41:15.032" v="4892" actId="26606"/>
          <ac:spMkLst>
            <pc:docMk/>
            <pc:sldMk cId="940086873" sldId="262"/>
            <ac:spMk id="10" creationId="{1C2185E4-B584-4B9D-9440-DEA0FB9D94DF}"/>
          </ac:spMkLst>
        </pc:spChg>
        <pc:spChg chg="add del">
          <ac:chgData name="Booker, Quiera S" userId="19bf8334-6809-4834-a01e-28598a3eca14" providerId="ADAL" clId="{1FB808AE-7BEC-BB43-827B-85D3ADB91D04}" dt="2023-04-17T21:06:43.687" v="2026" actId="26606"/>
          <ac:spMkLst>
            <pc:docMk/>
            <pc:sldMk cId="940086873" sldId="262"/>
            <ac:spMk id="11" creationId="{E2DA5AC1-43C5-4243-9028-07DBB80D0C95}"/>
          </ac:spMkLst>
        </pc:spChg>
        <pc:spChg chg="add del">
          <ac:chgData name="Booker, Quiera S" userId="19bf8334-6809-4834-a01e-28598a3eca14" providerId="ADAL" clId="{1FB808AE-7BEC-BB43-827B-85D3ADB91D04}" dt="2023-04-17T22:41:15.032" v="4892" actId="26606"/>
          <ac:spMkLst>
            <pc:docMk/>
            <pc:sldMk cId="940086873" sldId="262"/>
            <ac:spMk id="12" creationId="{FF33EC8A-EE0A-4395-97E2-DAD467CF734C}"/>
          </ac:spMkLst>
        </pc:spChg>
        <pc:spChg chg="add del">
          <ac:chgData name="Booker, Quiera S" userId="19bf8334-6809-4834-a01e-28598a3eca14" providerId="ADAL" clId="{1FB808AE-7BEC-BB43-827B-85D3ADB91D04}" dt="2023-04-17T21:06:43.687" v="2026" actId="26606"/>
          <ac:spMkLst>
            <pc:docMk/>
            <pc:sldMk cId="940086873" sldId="262"/>
            <ac:spMk id="13" creationId="{8A4EDA1C-27A1-4C83-ACE4-6675EC9245B1}"/>
          </ac:spMkLst>
        </pc:spChg>
        <pc:spChg chg="add del">
          <ac:chgData name="Booker, Quiera S" userId="19bf8334-6809-4834-a01e-28598a3eca14" providerId="ADAL" clId="{1FB808AE-7BEC-BB43-827B-85D3ADB91D04}" dt="2023-04-17T22:41:15.032" v="4892" actId="26606"/>
          <ac:spMkLst>
            <pc:docMk/>
            <pc:sldMk cId="940086873" sldId="262"/>
            <ac:spMk id="14" creationId="{FF85DA95-16A4-404E-9BFF-27F8E4FC78AA}"/>
          </ac:spMkLst>
        </pc:spChg>
        <pc:spChg chg="add del">
          <ac:chgData name="Booker, Quiera S" userId="19bf8334-6809-4834-a01e-28598a3eca14" providerId="ADAL" clId="{1FB808AE-7BEC-BB43-827B-85D3ADB91D04}" dt="2023-04-17T21:06:43.687" v="2026" actId="26606"/>
          <ac:spMkLst>
            <pc:docMk/>
            <pc:sldMk cId="940086873" sldId="262"/>
            <ac:spMk id="15" creationId="{1C2185E4-B584-4B9D-9440-DEA0FB9D94DF}"/>
          </ac:spMkLst>
        </pc:spChg>
        <pc:spChg chg="add del">
          <ac:chgData name="Booker, Quiera S" userId="19bf8334-6809-4834-a01e-28598a3eca14" providerId="ADAL" clId="{1FB808AE-7BEC-BB43-827B-85D3ADB91D04}" dt="2023-04-17T21:06:43.687" v="2026" actId="26606"/>
          <ac:spMkLst>
            <pc:docMk/>
            <pc:sldMk cId="940086873" sldId="262"/>
            <ac:spMk id="17" creationId="{FF33EC8A-EE0A-4395-97E2-DAD467CF734C}"/>
          </ac:spMkLst>
        </pc:spChg>
        <pc:spChg chg="add del">
          <ac:chgData name="Booker, Quiera S" userId="19bf8334-6809-4834-a01e-28598a3eca14" providerId="ADAL" clId="{1FB808AE-7BEC-BB43-827B-85D3ADB91D04}" dt="2023-04-17T21:06:43.687" v="2026" actId="26606"/>
          <ac:spMkLst>
            <pc:docMk/>
            <pc:sldMk cId="940086873" sldId="262"/>
            <ac:spMk id="19" creationId="{FF85DA95-16A4-404E-9BFF-27F8E4FC78AA}"/>
          </ac:spMkLst>
        </pc:spChg>
        <pc:graphicFrameChg chg="add del">
          <ac:chgData name="Booker, Quiera S" userId="19bf8334-6809-4834-a01e-28598a3eca14" providerId="ADAL" clId="{1FB808AE-7BEC-BB43-827B-85D3ADB91D04}" dt="2023-04-17T21:06:43.687" v="2026" actId="26606"/>
          <ac:graphicFrameMkLst>
            <pc:docMk/>
            <pc:sldMk cId="940086873" sldId="262"/>
            <ac:graphicFrameMk id="5" creationId="{BAD20DB6-DE5B-E59C-8F49-A7FC8153BA5A}"/>
          </ac:graphicFrameMkLst>
        </pc:graphicFrameChg>
        <pc:graphicFrameChg chg="add del mod modGraphic">
          <ac:chgData name="Booker, Quiera S" userId="19bf8334-6809-4834-a01e-28598a3eca14" providerId="ADAL" clId="{1FB808AE-7BEC-BB43-827B-85D3ADB91D04}" dt="2023-04-17T22:47:16.509" v="5108" actId="113"/>
          <ac:graphicFrameMkLst>
            <pc:docMk/>
            <pc:sldMk cId="940086873" sldId="262"/>
            <ac:graphicFrameMk id="16" creationId="{71BFE74B-B683-2F62-80BA-D301B7DE5F5A}"/>
          </ac:graphicFrameMkLst>
        </pc:graphicFrameChg>
      </pc:sldChg>
      <pc:sldChg chg="addSp delSp modSp new mod setBg modNotesTx">
        <pc:chgData name="Booker, Quiera S" userId="19bf8334-6809-4834-a01e-28598a3eca14" providerId="ADAL" clId="{1FB808AE-7BEC-BB43-827B-85D3ADB91D04}" dt="2023-04-17T22:58:58.619" v="5142" actId="1076"/>
        <pc:sldMkLst>
          <pc:docMk/>
          <pc:sldMk cId="1774036443" sldId="263"/>
        </pc:sldMkLst>
        <pc:spChg chg="mod">
          <ac:chgData name="Booker, Quiera S" userId="19bf8334-6809-4834-a01e-28598a3eca14" providerId="ADAL" clId="{1FB808AE-7BEC-BB43-827B-85D3ADB91D04}" dt="2023-04-17T22:58:58.619" v="5142" actId="1076"/>
          <ac:spMkLst>
            <pc:docMk/>
            <pc:sldMk cId="1774036443" sldId="263"/>
            <ac:spMk id="2" creationId="{58E2E28D-CF5C-7278-12D9-AC37EB3332D9}"/>
          </ac:spMkLst>
        </pc:spChg>
        <pc:spChg chg="del mod">
          <ac:chgData name="Booker, Quiera S" userId="19bf8334-6809-4834-a01e-28598a3eca14" providerId="ADAL" clId="{1FB808AE-7BEC-BB43-827B-85D3ADB91D04}" dt="2023-04-17T21:10:22.808" v="2239" actId="26606"/>
          <ac:spMkLst>
            <pc:docMk/>
            <pc:sldMk cId="1774036443" sldId="263"/>
            <ac:spMk id="3" creationId="{9AD9906C-E900-937C-5FAA-6482715D4EB9}"/>
          </ac:spMkLst>
        </pc:spChg>
        <pc:spChg chg="add del">
          <ac:chgData name="Booker, Quiera S" userId="19bf8334-6809-4834-a01e-28598a3eca14" providerId="ADAL" clId="{1FB808AE-7BEC-BB43-827B-85D3ADB91D04}" dt="2023-04-17T21:10:22.710" v="2238" actId="26606"/>
          <ac:spMkLst>
            <pc:docMk/>
            <pc:sldMk cId="1774036443" sldId="263"/>
            <ac:spMk id="9" creationId="{1B15ED52-F352-441B-82BF-E0EA34836D08}"/>
          </ac:spMkLst>
        </pc:spChg>
        <pc:spChg chg="add del">
          <ac:chgData name="Booker, Quiera S" userId="19bf8334-6809-4834-a01e-28598a3eca14" providerId="ADAL" clId="{1FB808AE-7BEC-BB43-827B-85D3ADB91D04}" dt="2023-04-17T21:10:22.710" v="2238" actId="26606"/>
          <ac:spMkLst>
            <pc:docMk/>
            <pc:sldMk cId="1774036443" sldId="263"/>
            <ac:spMk id="11" creationId="{61707E60-CEC9-4661-AA82-69242EB4BDC3}"/>
          </ac:spMkLst>
        </pc:spChg>
        <pc:spChg chg="add del">
          <ac:chgData name="Booker, Quiera S" userId="19bf8334-6809-4834-a01e-28598a3eca14" providerId="ADAL" clId="{1FB808AE-7BEC-BB43-827B-85D3ADB91D04}" dt="2023-04-17T21:10:22.710" v="2238" actId="26606"/>
          <ac:spMkLst>
            <pc:docMk/>
            <pc:sldMk cId="1774036443" sldId="263"/>
            <ac:spMk id="13" creationId="{8F035CD8-AE30-4146-96F2-036B0CE5E4F3}"/>
          </ac:spMkLst>
        </pc:spChg>
        <pc:spChg chg="add mod">
          <ac:chgData name="Booker, Quiera S" userId="19bf8334-6809-4834-a01e-28598a3eca14" providerId="ADAL" clId="{1FB808AE-7BEC-BB43-827B-85D3ADB91D04}" dt="2023-04-17T22:07:29.205" v="3540" actId="2711"/>
          <ac:spMkLst>
            <pc:docMk/>
            <pc:sldMk cId="1774036443" sldId="263"/>
            <ac:spMk id="15" creationId="{1C2185E4-B584-4B9D-9440-DEA0FB9D94DF}"/>
          </ac:spMkLst>
        </pc:spChg>
        <pc:spChg chg="add mod">
          <ac:chgData name="Booker, Quiera S" userId="19bf8334-6809-4834-a01e-28598a3eca14" providerId="ADAL" clId="{1FB808AE-7BEC-BB43-827B-85D3ADB91D04}" dt="2023-04-17T22:07:29.205" v="3540" actId="2711"/>
          <ac:spMkLst>
            <pc:docMk/>
            <pc:sldMk cId="1774036443" sldId="263"/>
            <ac:spMk id="16" creationId="{E383CC5D-71E8-4CB2-8E4A-F1E4FF6DC9D6}"/>
          </ac:spMkLst>
        </pc:spChg>
        <pc:spChg chg="add mod">
          <ac:chgData name="Booker, Quiera S" userId="19bf8334-6809-4834-a01e-28598a3eca14" providerId="ADAL" clId="{1FB808AE-7BEC-BB43-827B-85D3ADB91D04}" dt="2023-04-17T22:07:29.205" v="3540" actId="2711"/>
          <ac:spMkLst>
            <pc:docMk/>
            <pc:sldMk cId="1774036443" sldId="263"/>
            <ac:spMk id="17" creationId="{FF33EC8A-EE0A-4395-97E2-DAD467CF734C}"/>
          </ac:spMkLst>
        </pc:spChg>
        <pc:spChg chg="add mod">
          <ac:chgData name="Booker, Quiera S" userId="19bf8334-6809-4834-a01e-28598a3eca14" providerId="ADAL" clId="{1FB808AE-7BEC-BB43-827B-85D3ADB91D04}" dt="2023-04-17T22:07:29.205" v="3540" actId="2711"/>
          <ac:spMkLst>
            <pc:docMk/>
            <pc:sldMk cId="1774036443" sldId="263"/>
            <ac:spMk id="18" creationId="{E2DA5AC1-43C5-4243-9028-07DBB80D0C95}"/>
          </ac:spMkLst>
        </pc:spChg>
        <pc:spChg chg="add mod">
          <ac:chgData name="Booker, Quiera S" userId="19bf8334-6809-4834-a01e-28598a3eca14" providerId="ADAL" clId="{1FB808AE-7BEC-BB43-827B-85D3ADB91D04}" dt="2023-04-17T22:07:29.205" v="3540" actId="2711"/>
          <ac:spMkLst>
            <pc:docMk/>
            <pc:sldMk cId="1774036443" sldId="263"/>
            <ac:spMk id="19" creationId="{FF85DA95-16A4-404E-9BFF-27F8E4FC78AA}"/>
          </ac:spMkLst>
        </pc:spChg>
        <pc:spChg chg="add mod">
          <ac:chgData name="Booker, Quiera S" userId="19bf8334-6809-4834-a01e-28598a3eca14" providerId="ADAL" clId="{1FB808AE-7BEC-BB43-827B-85D3ADB91D04}" dt="2023-04-17T22:07:29.205" v="3540" actId="2711"/>
          <ac:spMkLst>
            <pc:docMk/>
            <pc:sldMk cId="1774036443" sldId="263"/>
            <ac:spMk id="20" creationId="{8A4EDA1C-27A1-4C83-ACE4-6675EC9245B1}"/>
          </ac:spMkLst>
        </pc:spChg>
        <pc:graphicFrameChg chg="add mod modGraphic">
          <ac:chgData name="Booker, Quiera S" userId="19bf8334-6809-4834-a01e-28598a3eca14" providerId="ADAL" clId="{1FB808AE-7BEC-BB43-827B-85D3ADB91D04}" dt="2023-04-17T22:40:44.104" v="4885" actId="207"/>
          <ac:graphicFrameMkLst>
            <pc:docMk/>
            <pc:sldMk cId="1774036443" sldId="263"/>
            <ac:graphicFrameMk id="21" creationId="{5D18B2F7-0081-D938-CFD7-534EA85C104C}"/>
          </ac:graphicFrameMkLst>
        </pc:graphicFrameChg>
        <pc:picChg chg="add del">
          <ac:chgData name="Booker, Quiera S" userId="19bf8334-6809-4834-a01e-28598a3eca14" providerId="ADAL" clId="{1FB808AE-7BEC-BB43-827B-85D3ADB91D04}" dt="2023-04-17T21:10:22.710" v="2238" actId="26606"/>
          <ac:picMkLst>
            <pc:docMk/>
            <pc:sldMk cId="1774036443" sldId="263"/>
            <ac:picMk id="5" creationId="{B38753DC-8357-E966-E0AE-69F5C05F4C3E}"/>
          </ac:picMkLst>
        </pc:picChg>
      </pc:sldChg>
      <pc:sldChg chg="addSp delSp modSp new mod setBg modNotesTx">
        <pc:chgData name="Booker, Quiera S" userId="19bf8334-6809-4834-a01e-28598a3eca14" providerId="ADAL" clId="{1FB808AE-7BEC-BB43-827B-85D3ADB91D04}" dt="2023-04-17T22:59:07.371" v="5144" actId="2711"/>
        <pc:sldMkLst>
          <pc:docMk/>
          <pc:sldMk cId="1552002184" sldId="264"/>
        </pc:sldMkLst>
        <pc:spChg chg="mod">
          <ac:chgData name="Booker, Quiera S" userId="19bf8334-6809-4834-a01e-28598a3eca14" providerId="ADAL" clId="{1FB808AE-7BEC-BB43-827B-85D3ADB91D04}" dt="2023-04-17T22:59:07.371" v="5144" actId="2711"/>
          <ac:spMkLst>
            <pc:docMk/>
            <pc:sldMk cId="1552002184" sldId="264"/>
            <ac:spMk id="2" creationId="{2792406F-2DAA-5466-9F7B-F60E533290FE}"/>
          </ac:spMkLst>
        </pc:spChg>
        <pc:spChg chg="add del mod">
          <ac:chgData name="Booker, Quiera S" userId="19bf8334-6809-4834-a01e-28598a3eca14" providerId="ADAL" clId="{1FB808AE-7BEC-BB43-827B-85D3ADB91D04}" dt="2023-04-17T21:14:00.661" v="2667" actId="26606"/>
          <ac:spMkLst>
            <pc:docMk/>
            <pc:sldMk cId="1552002184" sldId="264"/>
            <ac:spMk id="3" creationId="{AD359973-7DD2-F350-182F-C0346E4615BC}"/>
          </ac:spMkLst>
        </pc:spChg>
        <pc:spChg chg="add del">
          <ac:chgData name="Booker, Quiera S" userId="19bf8334-6809-4834-a01e-28598a3eca14" providerId="ADAL" clId="{1FB808AE-7BEC-BB43-827B-85D3ADB91D04}" dt="2023-04-17T21:14:00.608" v="2666" actId="26606"/>
          <ac:spMkLst>
            <pc:docMk/>
            <pc:sldMk cId="1552002184" sldId="264"/>
            <ac:spMk id="9" creationId="{E383CC5D-71E8-4CB2-8E4A-F1E4FF6DC9D6}"/>
          </ac:spMkLst>
        </pc:spChg>
        <pc:spChg chg="add del">
          <ac:chgData name="Booker, Quiera S" userId="19bf8334-6809-4834-a01e-28598a3eca14" providerId="ADAL" clId="{1FB808AE-7BEC-BB43-827B-85D3ADB91D04}" dt="2023-04-17T21:14:00.608" v="2666" actId="26606"/>
          <ac:spMkLst>
            <pc:docMk/>
            <pc:sldMk cId="1552002184" sldId="264"/>
            <ac:spMk id="11" creationId="{E2DA5AC1-43C5-4243-9028-07DBB80D0C95}"/>
          </ac:spMkLst>
        </pc:spChg>
        <pc:spChg chg="add del">
          <ac:chgData name="Booker, Quiera S" userId="19bf8334-6809-4834-a01e-28598a3eca14" providerId="ADAL" clId="{1FB808AE-7BEC-BB43-827B-85D3ADB91D04}" dt="2023-04-17T21:14:00.608" v="2666" actId="26606"/>
          <ac:spMkLst>
            <pc:docMk/>
            <pc:sldMk cId="1552002184" sldId="264"/>
            <ac:spMk id="13" creationId="{8A4EDA1C-27A1-4C83-ACE4-6675EC9245B1}"/>
          </ac:spMkLst>
        </pc:spChg>
        <pc:spChg chg="add del">
          <ac:chgData name="Booker, Quiera S" userId="19bf8334-6809-4834-a01e-28598a3eca14" providerId="ADAL" clId="{1FB808AE-7BEC-BB43-827B-85D3ADB91D04}" dt="2023-04-17T21:14:00.608" v="2666" actId="26606"/>
          <ac:spMkLst>
            <pc:docMk/>
            <pc:sldMk cId="1552002184" sldId="264"/>
            <ac:spMk id="15" creationId="{1C2185E4-B584-4B9D-9440-DEA0FB9D94DF}"/>
          </ac:spMkLst>
        </pc:spChg>
        <pc:spChg chg="add del">
          <ac:chgData name="Booker, Quiera S" userId="19bf8334-6809-4834-a01e-28598a3eca14" providerId="ADAL" clId="{1FB808AE-7BEC-BB43-827B-85D3ADB91D04}" dt="2023-04-17T21:14:00.608" v="2666" actId="26606"/>
          <ac:spMkLst>
            <pc:docMk/>
            <pc:sldMk cId="1552002184" sldId="264"/>
            <ac:spMk id="17" creationId="{FF33EC8A-EE0A-4395-97E2-DAD467CF734C}"/>
          </ac:spMkLst>
        </pc:spChg>
        <pc:spChg chg="add del">
          <ac:chgData name="Booker, Quiera S" userId="19bf8334-6809-4834-a01e-28598a3eca14" providerId="ADAL" clId="{1FB808AE-7BEC-BB43-827B-85D3ADB91D04}" dt="2023-04-17T21:14:00.608" v="2666" actId="26606"/>
          <ac:spMkLst>
            <pc:docMk/>
            <pc:sldMk cId="1552002184" sldId="264"/>
            <ac:spMk id="19" creationId="{FF85DA95-16A4-404E-9BFF-27F8E4FC78AA}"/>
          </ac:spMkLst>
        </pc:spChg>
        <pc:graphicFrameChg chg="add del">
          <ac:chgData name="Booker, Quiera S" userId="19bf8334-6809-4834-a01e-28598a3eca14" providerId="ADAL" clId="{1FB808AE-7BEC-BB43-827B-85D3ADB91D04}" dt="2023-04-17T21:14:00.608" v="2666" actId="26606"/>
          <ac:graphicFrameMkLst>
            <pc:docMk/>
            <pc:sldMk cId="1552002184" sldId="264"/>
            <ac:graphicFrameMk id="5" creationId="{5C2EAF65-804A-CD59-A7D0-31D63300A07A}"/>
          </ac:graphicFrameMkLst>
        </pc:graphicFrameChg>
        <pc:graphicFrameChg chg="add mod modGraphic">
          <ac:chgData name="Booker, Quiera S" userId="19bf8334-6809-4834-a01e-28598a3eca14" providerId="ADAL" clId="{1FB808AE-7BEC-BB43-827B-85D3ADB91D04}" dt="2023-04-17T22:15:09.837" v="3719" actId="207"/>
          <ac:graphicFrameMkLst>
            <pc:docMk/>
            <pc:sldMk cId="1552002184" sldId="264"/>
            <ac:graphicFrameMk id="21" creationId="{633399D3-9244-A1CF-8D50-580E7C159F83}"/>
          </ac:graphicFrameMkLst>
        </pc:graphicFrameChg>
        <pc:picChg chg="add del mod">
          <ac:chgData name="Booker, Quiera S" userId="19bf8334-6809-4834-a01e-28598a3eca14" providerId="ADAL" clId="{1FB808AE-7BEC-BB43-827B-85D3ADB91D04}" dt="2023-04-17T22:09:02.939" v="3558" actId="478"/>
          <ac:picMkLst>
            <pc:docMk/>
            <pc:sldMk cId="1552002184" sldId="264"/>
            <ac:picMk id="6" creationId="{591792E6-C68E-4E3B-AF38-B14E74F43254}"/>
          </ac:picMkLst>
        </pc:picChg>
      </pc:sldChg>
      <pc:sldChg chg="addSp delSp modSp new mod setBg modNotesTx">
        <pc:chgData name="Booker, Quiera S" userId="19bf8334-6809-4834-a01e-28598a3eca14" providerId="ADAL" clId="{1FB808AE-7BEC-BB43-827B-85D3ADB91D04}" dt="2023-04-17T22:59:18.077" v="5148" actId="1036"/>
        <pc:sldMkLst>
          <pc:docMk/>
          <pc:sldMk cId="1475319078" sldId="265"/>
        </pc:sldMkLst>
        <pc:spChg chg="mod">
          <ac:chgData name="Booker, Quiera S" userId="19bf8334-6809-4834-a01e-28598a3eca14" providerId="ADAL" clId="{1FB808AE-7BEC-BB43-827B-85D3ADB91D04}" dt="2023-04-17T22:59:18.077" v="5148" actId="1036"/>
          <ac:spMkLst>
            <pc:docMk/>
            <pc:sldMk cId="1475319078" sldId="265"/>
            <ac:spMk id="2" creationId="{1875EA01-E19E-C705-BA32-FD8A4EEE9D05}"/>
          </ac:spMkLst>
        </pc:spChg>
        <pc:spChg chg="del">
          <ac:chgData name="Booker, Quiera S" userId="19bf8334-6809-4834-a01e-28598a3eca14" providerId="ADAL" clId="{1FB808AE-7BEC-BB43-827B-85D3ADB91D04}" dt="2023-04-17T21:17:17.511" v="2820"/>
          <ac:spMkLst>
            <pc:docMk/>
            <pc:sldMk cId="1475319078" sldId="265"/>
            <ac:spMk id="3" creationId="{438D87D9-224A-20CE-3DCD-1B7BEA88BEBA}"/>
          </ac:spMkLst>
        </pc:spChg>
        <pc:spChg chg="add del">
          <ac:chgData name="Booker, Quiera S" userId="19bf8334-6809-4834-a01e-28598a3eca14" providerId="ADAL" clId="{1FB808AE-7BEC-BB43-827B-85D3ADB91D04}" dt="2023-04-17T22:10:19.493" v="3640" actId="26606"/>
          <ac:spMkLst>
            <pc:docMk/>
            <pc:sldMk cId="1475319078" sldId="265"/>
            <ac:spMk id="9" creationId="{BD4C0BBB-0042-4603-A226-6117F3FD5B3C}"/>
          </ac:spMkLst>
        </pc:spChg>
        <pc:spChg chg="add del">
          <ac:chgData name="Booker, Quiera S" userId="19bf8334-6809-4834-a01e-28598a3eca14" providerId="ADAL" clId="{1FB808AE-7BEC-BB43-827B-85D3ADB91D04}" dt="2023-04-17T22:10:19.493" v="3640" actId="26606"/>
          <ac:spMkLst>
            <pc:docMk/>
            <pc:sldMk cId="1475319078" sldId="265"/>
            <ac:spMk id="11" creationId="{EC44F520-2598-460E-9F91-B02F60830CA2}"/>
          </ac:spMkLst>
        </pc:spChg>
        <pc:spChg chg="add del">
          <ac:chgData name="Booker, Quiera S" userId="19bf8334-6809-4834-a01e-28598a3eca14" providerId="ADAL" clId="{1FB808AE-7BEC-BB43-827B-85D3ADB91D04}" dt="2023-04-17T22:10:19.493" v="3640" actId="26606"/>
          <ac:spMkLst>
            <pc:docMk/>
            <pc:sldMk cId="1475319078" sldId="265"/>
            <ac:spMk id="13" creationId="{1DBC8414-BE7E-4B6C-A114-B2C3795C883F}"/>
          </ac:spMkLst>
        </pc:spChg>
        <pc:spChg chg="add del">
          <ac:chgData name="Booker, Quiera S" userId="19bf8334-6809-4834-a01e-28598a3eca14" providerId="ADAL" clId="{1FB808AE-7BEC-BB43-827B-85D3ADB91D04}" dt="2023-04-17T22:10:19.493" v="3640" actId="26606"/>
          <ac:spMkLst>
            <pc:docMk/>
            <pc:sldMk cId="1475319078" sldId="265"/>
            <ac:spMk id="15" creationId="{0EC398C5-5C2E-4038-9DB3-DE2B5A9BEFFB}"/>
          </ac:spMkLst>
        </pc:spChg>
        <pc:spChg chg="add del">
          <ac:chgData name="Booker, Quiera S" userId="19bf8334-6809-4834-a01e-28598a3eca14" providerId="ADAL" clId="{1FB808AE-7BEC-BB43-827B-85D3ADB91D04}" dt="2023-04-17T22:10:19.493" v="3640" actId="26606"/>
          <ac:spMkLst>
            <pc:docMk/>
            <pc:sldMk cId="1475319078" sldId="265"/>
            <ac:spMk id="17" creationId="{A2F10B26-073B-4B10-8AAA-161242DD82B0}"/>
          </ac:spMkLst>
        </pc:spChg>
        <pc:spChg chg="add del">
          <ac:chgData name="Booker, Quiera S" userId="19bf8334-6809-4834-a01e-28598a3eca14" providerId="ADAL" clId="{1FB808AE-7BEC-BB43-827B-85D3ADB91D04}" dt="2023-04-17T22:10:19.493" v="3640" actId="26606"/>
          <ac:spMkLst>
            <pc:docMk/>
            <pc:sldMk cId="1475319078" sldId="265"/>
            <ac:spMk id="19" creationId="{610DBBC7-698F-4A54-B1CB-A99F9CC356DF}"/>
          </ac:spMkLst>
        </pc:spChg>
        <pc:spChg chg="add del">
          <ac:chgData name="Booker, Quiera S" userId="19bf8334-6809-4834-a01e-28598a3eca14" providerId="ADAL" clId="{1FB808AE-7BEC-BB43-827B-85D3ADB91D04}" dt="2023-04-17T22:10:19.493" v="3640" actId="26606"/>
          <ac:spMkLst>
            <pc:docMk/>
            <pc:sldMk cId="1475319078" sldId="265"/>
            <ac:spMk id="21" creationId="{DE6E822A-8BCF-432C-83E6-BBE821476CD4}"/>
          </ac:spMkLst>
        </pc:spChg>
        <pc:spChg chg="add">
          <ac:chgData name="Booker, Quiera S" userId="19bf8334-6809-4834-a01e-28598a3eca14" providerId="ADAL" clId="{1FB808AE-7BEC-BB43-827B-85D3ADB91D04}" dt="2023-04-17T22:10:19.493" v="3640" actId="26606"/>
          <ac:spMkLst>
            <pc:docMk/>
            <pc:sldMk cId="1475319078" sldId="265"/>
            <ac:spMk id="26" creationId="{BD4C0BBB-0042-4603-A226-6117F3FD5B3C}"/>
          </ac:spMkLst>
        </pc:spChg>
        <pc:spChg chg="add">
          <ac:chgData name="Booker, Quiera S" userId="19bf8334-6809-4834-a01e-28598a3eca14" providerId="ADAL" clId="{1FB808AE-7BEC-BB43-827B-85D3ADB91D04}" dt="2023-04-17T22:10:19.493" v="3640" actId="26606"/>
          <ac:spMkLst>
            <pc:docMk/>
            <pc:sldMk cId="1475319078" sldId="265"/>
            <ac:spMk id="28" creationId="{EC44F520-2598-460E-9F91-B02F60830CA2}"/>
          </ac:spMkLst>
        </pc:spChg>
        <pc:spChg chg="add">
          <ac:chgData name="Booker, Quiera S" userId="19bf8334-6809-4834-a01e-28598a3eca14" providerId="ADAL" clId="{1FB808AE-7BEC-BB43-827B-85D3ADB91D04}" dt="2023-04-17T22:10:19.493" v="3640" actId="26606"/>
          <ac:spMkLst>
            <pc:docMk/>
            <pc:sldMk cId="1475319078" sldId="265"/>
            <ac:spMk id="30" creationId="{1DBC8414-BE7E-4B6C-A114-B2C3795C883F}"/>
          </ac:spMkLst>
        </pc:spChg>
        <pc:spChg chg="add">
          <ac:chgData name="Booker, Quiera S" userId="19bf8334-6809-4834-a01e-28598a3eca14" providerId="ADAL" clId="{1FB808AE-7BEC-BB43-827B-85D3ADB91D04}" dt="2023-04-17T22:10:19.493" v="3640" actId="26606"/>
          <ac:spMkLst>
            <pc:docMk/>
            <pc:sldMk cId="1475319078" sldId="265"/>
            <ac:spMk id="32" creationId="{0EC398C5-5C2E-4038-9DB3-DE2B5A9BEFFB}"/>
          </ac:spMkLst>
        </pc:spChg>
        <pc:spChg chg="add">
          <ac:chgData name="Booker, Quiera S" userId="19bf8334-6809-4834-a01e-28598a3eca14" providerId="ADAL" clId="{1FB808AE-7BEC-BB43-827B-85D3ADB91D04}" dt="2023-04-17T22:10:19.493" v="3640" actId="26606"/>
          <ac:spMkLst>
            <pc:docMk/>
            <pc:sldMk cId="1475319078" sldId="265"/>
            <ac:spMk id="34" creationId="{A2F10B26-073B-4B10-8AAA-161242DD82B0}"/>
          </ac:spMkLst>
        </pc:spChg>
        <pc:spChg chg="add">
          <ac:chgData name="Booker, Quiera S" userId="19bf8334-6809-4834-a01e-28598a3eca14" providerId="ADAL" clId="{1FB808AE-7BEC-BB43-827B-85D3ADB91D04}" dt="2023-04-17T22:10:19.493" v="3640" actId="26606"/>
          <ac:spMkLst>
            <pc:docMk/>
            <pc:sldMk cId="1475319078" sldId="265"/>
            <ac:spMk id="36" creationId="{610DBBC7-698F-4A54-B1CB-A99F9CC356DF}"/>
          </ac:spMkLst>
        </pc:spChg>
        <pc:spChg chg="add">
          <ac:chgData name="Booker, Quiera S" userId="19bf8334-6809-4834-a01e-28598a3eca14" providerId="ADAL" clId="{1FB808AE-7BEC-BB43-827B-85D3ADB91D04}" dt="2023-04-17T22:10:19.493" v="3640" actId="26606"/>
          <ac:spMkLst>
            <pc:docMk/>
            <pc:sldMk cId="1475319078" sldId="265"/>
            <ac:spMk id="38" creationId="{DE6E822A-8BCF-432C-83E6-BBE821476CD4}"/>
          </ac:spMkLst>
        </pc:spChg>
        <pc:graphicFrameChg chg="add mod modGraphic">
          <ac:chgData name="Booker, Quiera S" userId="19bf8334-6809-4834-a01e-28598a3eca14" providerId="ADAL" clId="{1FB808AE-7BEC-BB43-827B-85D3ADB91D04}" dt="2023-04-17T22:28:24.225" v="3960" actId="113"/>
          <ac:graphicFrameMkLst>
            <pc:docMk/>
            <pc:sldMk cId="1475319078" sldId="265"/>
            <ac:graphicFrameMk id="4" creationId="{F6F5A0AB-1518-1E45-80F5-32593DE73DFE}"/>
          </ac:graphicFrameMkLst>
        </pc:graphicFrameChg>
      </pc:sldChg>
      <pc:sldChg chg="addSp delSp modSp new mod setBg modNotesTx">
        <pc:chgData name="Booker, Quiera S" userId="19bf8334-6809-4834-a01e-28598a3eca14" providerId="ADAL" clId="{1FB808AE-7BEC-BB43-827B-85D3ADB91D04}" dt="2023-04-17T22:59:35.673" v="5154" actId="1035"/>
        <pc:sldMkLst>
          <pc:docMk/>
          <pc:sldMk cId="1749929574" sldId="266"/>
        </pc:sldMkLst>
        <pc:spChg chg="mod ord">
          <ac:chgData name="Booker, Quiera S" userId="19bf8334-6809-4834-a01e-28598a3eca14" providerId="ADAL" clId="{1FB808AE-7BEC-BB43-827B-85D3ADB91D04}" dt="2023-04-17T22:59:35.673" v="5154" actId="1035"/>
          <ac:spMkLst>
            <pc:docMk/>
            <pc:sldMk cId="1749929574" sldId="266"/>
            <ac:spMk id="2" creationId="{8B6506E8-DCF2-9F81-858C-61E9C5A9BBF4}"/>
          </ac:spMkLst>
        </pc:spChg>
        <pc:spChg chg="del">
          <ac:chgData name="Booker, Quiera S" userId="19bf8334-6809-4834-a01e-28598a3eca14" providerId="ADAL" clId="{1FB808AE-7BEC-BB43-827B-85D3ADB91D04}" dt="2023-04-17T21:23:34.416" v="2959"/>
          <ac:spMkLst>
            <pc:docMk/>
            <pc:sldMk cId="1749929574" sldId="266"/>
            <ac:spMk id="3" creationId="{67E17150-CADE-CCDD-530B-59FAFF4AF869}"/>
          </ac:spMkLst>
        </pc:spChg>
        <pc:spChg chg="add del mod">
          <ac:chgData name="Booker, Quiera S" userId="19bf8334-6809-4834-a01e-28598a3eca14" providerId="ADAL" clId="{1FB808AE-7BEC-BB43-827B-85D3ADB91D04}" dt="2023-04-17T22:21:55.247" v="3793"/>
          <ac:spMkLst>
            <pc:docMk/>
            <pc:sldMk cId="1749929574" sldId="266"/>
            <ac:spMk id="6" creationId="{9588DF71-A4F5-3DCB-88C9-4490B76598DC}"/>
          </ac:spMkLst>
        </pc:spChg>
        <pc:spChg chg="add del">
          <ac:chgData name="Booker, Quiera S" userId="19bf8334-6809-4834-a01e-28598a3eca14" providerId="ADAL" clId="{1FB808AE-7BEC-BB43-827B-85D3ADB91D04}" dt="2023-04-17T21:27:19.347" v="3052" actId="26606"/>
          <ac:spMkLst>
            <pc:docMk/>
            <pc:sldMk cId="1749929574" sldId="266"/>
            <ac:spMk id="9" creationId="{BD4C0BBB-0042-4603-A226-6117F3FD5B3C}"/>
          </ac:spMkLst>
        </pc:spChg>
        <pc:spChg chg="add mod">
          <ac:chgData name="Booker, Quiera S" userId="19bf8334-6809-4834-a01e-28598a3eca14" providerId="ADAL" clId="{1FB808AE-7BEC-BB43-827B-85D3ADB91D04}" dt="2023-04-17T22:24:22.122" v="3864" actId="20577"/>
          <ac:spMkLst>
            <pc:docMk/>
            <pc:sldMk cId="1749929574" sldId="266"/>
            <ac:spMk id="10" creationId="{09645005-F52F-186D-C80C-23A105AD5EC5}"/>
          </ac:spMkLst>
        </pc:spChg>
        <pc:spChg chg="add del">
          <ac:chgData name="Booker, Quiera S" userId="19bf8334-6809-4834-a01e-28598a3eca14" providerId="ADAL" clId="{1FB808AE-7BEC-BB43-827B-85D3ADB91D04}" dt="2023-04-17T21:27:19.347" v="3052" actId="26606"/>
          <ac:spMkLst>
            <pc:docMk/>
            <pc:sldMk cId="1749929574" sldId="266"/>
            <ac:spMk id="11" creationId="{EC44F520-2598-460E-9F91-B02F60830CA2}"/>
          </ac:spMkLst>
        </pc:spChg>
        <pc:spChg chg="add del">
          <ac:chgData name="Booker, Quiera S" userId="19bf8334-6809-4834-a01e-28598a3eca14" providerId="ADAL" clId="{1FB808AE-7BEC-BB43-827B-85D3ADB91D04}" dt="2023-04-17T21:27:19.347" v="3052" actId="26606"/>
          <ac:spMkLst>
            <pc:docMk/>
            <pc:sldMk cId="1749929574" sldId="266"/>
            <ac:spMk id="13" creationId="{1DBC8414-BE7E-4B6C-A114-B2C3795C883F}"/>
          </ac:spMkLst>
        </pc:spChg>
        <pc:spChg chg="add del">
          <ac:chgData name="Booker, Quiera S" userId="19bf8334-6809-4834-a01e-28598a3eca14" providerId="ADAL" clId="{1FB808AE-7BEC-BB43-827B-85D3ADB91D04}" dt="2023-04-17T21:27:19.347" v="3052" actId="26606"/>
          <ac:spMkLst>
            <pc:docMk/>
            <pc:sldMk cId="1749929574" sldId="266"/>
            <ac:spMk id="15" creationId="{0EC398C5-5C2E-4038-9DB3-DE2B5A9BEFFB}"/>
          </ac:spMkLst>
        </pc:spChg>
        <pc:spChg chg="add mod">
          <ac:chgData name="Booker, Quiera S" userId="19bf8334-6809-4834-a01e-28598a3eca14" providerId="ADAL" clId="{1FB808AE-7BEC-BB43-827B-85D3ADB91D04}" dt="2023-04-17T22:25:18.004" v="3925" actId="1076"/>
          <ac:spMkLst>
            <pc:docMk/>
            <pc:sldMk cId="1749929574" sldId="266"/>
            <ac:spMk id="16" creationId="{6F3033A1-25CC-4565-E157-C5ED58B2ACFF}"/>
          </ac:spMkLst>
        </pc:spChg>
        <pc:spChg chg="add del">
          <ac:chgData name="Booker, Quiera S" userId="19bf8334-6809-4834-a01e-28598a3eca14" providerId="ADAL" clId="{1FB808AE-7BEC-BB43-827B-85D3ADB91D04}" dt="2023-04-17T21:27:19.347" v="3052" actId="26606"/>
          <ac:spMkLst>
            <pc:docMk/>
            <pc:sldMk cId="1749929574" sldId="266"/>
            <ac:spMk id="17" creationId="{A2F10B26-073B-4B10-8AAA-161242DD82B0}"/>
          </ac:spMkLst>
        </pc:spChg>
        <pc:spChg chg="add del">
          <ac:chgData name="Booker, Quiera S" userId="19bf8334-6809-4834-a01e-28598a3eca14" providerId="ADAL" clId="{1FB808AE-7BEC-BB43-827B-85D3ADB91D04}" dt="2023-04-17T21:27:19.347" v="3052" actId="26606"/>
          <ac:spMkLst>
            <pc:docMk/>
            <pc:sldMk cId="1749929574" sldId="266"/>
            <ac:spMk id="19" creationId="{610DBBC7-698F-4A54-B1CB-A99F9CC356DF}"/>
          </ac:spMkLst>
        </pc:spChg>
        <pc:spChg chg="add del">
          <ac:chgData name="Booker, Quiera S" userId="19bf8334-6809-4834-a01e-28598a3eca14" providerId="ADAL" clId="{1FB808AE-7BEC-BB43-827B-85D3ADB91D04}" dt="2023-04-17T22:26:21.683" v="3931" actId="478"/>
          <ac:spMkLst>
            <pc:docMk/>
            <pc:sldMk cId="1749929574" sldId="266"/>
            <ac:spMk id="20" creationId="{3B4A7E1F-DBD6-1F10-FD50-704F2DB43440}"/>
          </ac:spMkLst>
        </pc:spChg>
        <pc:spChg chg="add del">
          <ac:chgData name="Booker, Quiera S" userId="19bf8334-6809-4834-a01e-28598a3eca14" providerId="ADAL" clId="{1FB808AE-7BEC-BB43-827B-85D3ADB91D04}" dt="2023-04-17T21:27:19.347" v="3052" actId="26606"/>
          <ac:spMkLst>
            <pc:docMk/>
            <pc:sldMk cId="1749929574" sldId="266"/>
            <ac:spMk id="21" creationId="{DE6E822A-8BCF-432C-83E6-BBE821476CD4}"/>
          </ac:spMkLst>
        </pc:spChg>
        <pc:spChg chg="add mod">
          <ac:chgData name="Booker, Quiera S" userId="19bf8334-6809-4834-a01e-28598a3eca14" providerId="ADAL" clId="{1FB808AE-7BEC-BB43-827B-85D3ADB91D04}" dt="2023-04-17T22:25:57.395" v="3930" actId="1076"/>
          <ac:spMkLst>
            <pc:docMk/>
            <pc:sldMk cId="1749929574" sldId="266"/>
            <ac:spMk id="22" creationId="{390BCD78-244F-E844-60DD-043BDC1C07EE}"/>
          </ac:spMkLst>
        </pc:spChg>
        <pc:spChg chg="add mod">
          <ac:chgData name="Booker, Quiera S" userId="19bf8334-6809-4834-a01e-28598a3eca14" providerId="ADAL" clId="{1FB808AE-7BEC-BB43-827B-85D3ADB91D04}" dt="2023-04-17T22:34:05.035" v="4297" actId="403"/>
          <ac:spMkLst>
            <pc:docMk/>
            <pc:sldMk cId="1749929574" sldId="266"/>
            <ac:spMk id="23" creationId="{CD13E767-CC00-992C-EBB4-9BE0870F99DE}"/>
          </ac:spMkLst>
        </pc:spChg>
        <pc:spChg chg="add del">
          <ac:chgData name="Booker, Quiera S" userId="19bf8334-6809-4834-a01e-28598a3eca14" providerId="ADAL" clId="{1FB808AE-7BEC-BB43-827B-85D3ADB91D04}" dt="2023-04-17T22:10:58.353" v="3650" actId="26606"/>
          <ac:spMkLst>
            <pc:docMk/>
            <pc:sldMk cId="1749929574" sldId="266"/>
            <ac:spMk id="26" creationId="{1CC4AFFA-9868-4B7D-9F63-93C34D36234F}"/>
          </ac:spMkLst>
        </pc:spChg>
        <pc:spChg chg="add del">
          <ac:chgData name="Booker, Quiera S" userId="19bf8334-6809-4834-a01e-28598a3eca14" providerId="ADAL" clId="{1FB808AE-7BEC-BB43-827B-85D3ADB91D04}" dt="2023-04-17T22:10:58.353" v="3650" actId="26606"/>
          <ac:spMkLst>
            <pc:docMk/>
            <pc:sldMk cId="1749929574" sldId="266"/>
            <ac:spMk id="28" creationId="{024CCFE6-8D32-4963-9B5D-E742044292DD}"/>
          </ac:spMkLst>
        </pc:spChg>
        <pc:spChg chg="add del">
          <ac:chgData name="Booker, Quiera S" userId="19bf8334-6809-4834-a01e-28598a3eca14" providerId="ADAL" clId="{1FB808AE-7BEC-BB43-827B-85D3ADB91D04}" dt="2023-04-17T22:10:58.353" v="3650" actId="26606"/>
          <ac:spMkLst>
            <pc:docMk/>
            <pc:sldMk cId="1749929574" sldId="266"/>
            <ac:spMk id="30" creationId="{43414B78-940D-4BE3-A24D-B003E1C9C018}"/>
          </ac:spMkLst>
        </pc:spChg>
        <pc:spChg chg="add del">
          <ac:chgData name="Booker, Quiera S" userId="19bf8334-6809-4834-a01e-28598a3eca14" providerId="ADAL" clId="{1FB808AE-7BEC-BB43-827B-85D3ADB91D04}" dt="2023-04-17T22:22:02.531" v="3794" actId="26606"/>
          <ac:spMkLst>
            <pc:docMk/>
            <pc:sldMk cId="1749929574" sldId="266"/>
            <ac:spMk id="35" creationId="{E383CC5D-71E8-4CB2-8E4A-F1E4FF6DC9D6}"/>
          </ac:spMkLst>
        </pc:spChg>
        <pc:spChg chg="add del">
          <ac:chgData name="Booker, Quiera S" userId="19bf8334-6809-4834-a01e-28598a3eca14" providerId="ADAL" clId="{1FB808AE-7BEC-BB43-827B-85D3ADB91D04}" dt="2023-04-17T22:22:02.531" v="3794" actId="26606"/>
          <ac:spMkLst>
            <pc:docMk/>
            <pc:sldMk cId="1749929574" sldId="266"/>
            <ac:spMk id="37" creationId="{E2DA5AC1-43C5-4243-9028-07DBB80D0C95}"/>
          </ac:spMkLst>
        </pc:spChg>
        <pc:spChg chg="add del">
          <ac:chgData name="Booker, Quiera S" userId="19bf8334-6809-4834-a01e-28598a3eca14" providerId="ADAL" clId="{1FB808AE-7BEC-BB43-827B-85D3ADB91D04}" dt="2023-04-17T22:22:02.531" v="3794" actId="26606"/>
          <ac:spMkLst>
            <pc:docMk/>
            <pc:sldMk cId="1749929574" sldId="266"/>
            <ac:spMk id="39" creationId="{8A4EDA1C-27A1-4C83-ACE4-6675EC9245B1}"/>
          </ac:spMkLst>
        </pc:spChg>
        <pc:spChg chg="add del">
          <ac:chgData name="Booker, Quiera S" userId="19bf8334-6809-4834-a01e-28598a3eca14" providerId="ADAL" clId="{1FB808AE-7BEC-BB43-827B-85D3ADB91D04}" dt="2023-04-17T22:22:02.531" v="3794" actId="26606"/>
          <ac:spMkLst>
            <pc:docMk/>
            <pc:sldMk cId="1749929574" sldId="266"/>
            <ac:spMk id="41" creationId="{1C2185E4-B584-4B9D-9440-DEA0FB9D94DF}"/>
          </ac:spMkLst>
        </pc:spChg>
        <pc:spChg chg="add del">
          <ac:chgData name="Booker, Quiera S" userId="19bf8334-6809-4834-a01e-28598a3eca14" providerId="ADAL" clId="{1FB808AE-7BEC-BB43-827B-85D3ADB91D04}" dt="2023-04-17T22:22:02.531" v="3794" actId="26606"/>
          <ac:spMkLst>
            <pc:docMk/>
            <pc:sldMk cId="1749929574" sldId="266"/>
            <ac:spMk id="43" creationId="{FF33EC8A-EE0A-4395-97E2-DAD467CF734C}"/>
          </ac:spMkLst>
        </pc:spChg>
        <pc:spChg chg="add del">
          <ac:chgData name="Booker, Quiera S" userId="19bf8334-6809-4834-a01e-28598a3eca14" providerId="ADAL" clId="{1FB808AE-7BEC-BB43-827B-85D3ADB91D04}" dt="2023-04-17T22:22:02.531" v="3794" actId="26606"/>
          <ac:spMkLst>
            <pc:docMk/>
            <pc:sldMk cId="1749929574" sldId="266"/>
            <ac:spMk id="45" creationId="{FF85DA95-16A4-404E-9BFF-27F8E4FC78AA}"/>
          </ac:spMkLst>
        </pc:spChg>
        <pc:spChg chg="add">
          <ac:chgData name="Booker, Quiera S" userId="19bf8334-6809-4834-a01e-28598a3eca14" providerId="ADAL" clId="{1FB808AE-7BEC-BB43-827B-85D3ADB91D04}" dt="2023-04-17T22:22:02.531" v="3794" actId="26606"/>
          <ac:spMkLst>
            <pc:docMk/>
            <pc:sldMk cId="1749929574" sldId="266"/>
            <ac:spMk id="2057" creationId="{BD4C0BBB-0042-4603-A226-6117F3FD5B3C}"/>
          </ac:spMkLst>
        </pc:spChg>
        <pc:spChg chg="add">
          <ac:chgData name="Booker, Quiera S" userId="19bf8334-6809-4834-a01e-28598a3eca14" providerId="ADAL" clId="{1FB808AE-7BEC-BB43-827B-85D3ADB91D04}" dt="2023-04-17T22:22:02.531" v="3794" actId="26606"/>
          <ac:spMkLst>
            <pc:docMk/>
            <pc:sldMk cId="1749929574" sldId="266"/>
            <ac:spMk id="2059" creationId="{EC44F520-2598-460E-9F91-B02F60830CA2}"/>
          </ac:spMkLst>
        </pc:spChg>
        <pc:spChg chg="add">
          <ac:chgData name="Booker, Quiera S" userId="19bf8334-6809-4834-a01e-28598a3eca14" providerId="ADAL" clId="{1FB808AE-7BEC-BB43-827B-85D3ADB91D04}" dt="2023-04-17T22:22:02.531" v="3794" actId="26606"/>
          <ac:spMkLst>
            <pc:docMk/>
            <pc:sldMk cId="1749929574" sldId="266"/>
            <ac:spMk id="2061" creationId="{A8384FB5-9ADC-4DDC-881B-597D56F5B15D}"/>
          </ac:spMkLst>
        </pc:spChg>
        <pc:spChg chg="add">
          <ac:chgData name="Booker, Quiera S" userId="19bf8334-6809-4834-a01e-28598a3eca14" providerId="ADAL" clId="{1FB808AE-7BEC-BB43-827B-85D3ADB91D04}" dt="2023-04-17T22:22:02.531" v="3794" actId="26606"/>
          <ac:spMkLst>
            <pc:docMk/>
            <pc:sldMk cId="1749929574" sldId="266"/>
            <ac:spMk id="2063" creationId="{0AF57B88-1D4C-41FA-A761-EC1DD10C35CB}"/>
          </ac:spMkLst>
        </pc:spChg>
        <pc:spChg chg="add">
          <ac:chgData name="Booker, Quiera S" userId="19bf8334-6809-4834-a01e-28598a3eca14" providerId="ADAL" clId="{1FB808AE-7BEC-BB43-827B-85D3ADB91D04}" dt="2023-04-17T22:22:02.531" v="3794" actId="26606"/>
          <ac:spMkLst>
            <pc:docMk/>
            <pc:sldMk cId="1749929574" sldId="266"/>
            <ac:spMk id="2065" creationId="{D2548F45-5164-4ABB-8212-7F293FDED8D4}"/>
          </ac:spMkLst>
        </pc:spChg>
        <pc:spChg chg="add">
          <ac:chgData name="Booker, Quiera S" userId="19bf8334-6809-4834-a01e-28598a3eca14" providerId="ADAL" clId="{1FB808AE-7BEC-BB43-827B-85D3ADB91D04}" dt="2023-04-17T22:22:02.531" v="3794" actId="26606"/>
          <ac:spMkLst>
            <pc:docMk/>
            <pc:sldMk cId="1749929574" sldId="266"/>
            <ac:spMk id="2067" creationId="{5E81CCFB-7BEF-4186-86FB-D09450B4D02D}"/>
          </ac:spMkLst>
        </pc:spChg>
        <pc:graphicFrameChg chg="add del mod modGraphic">
          <ac:chgData name="Booker, Quiera S" userId="19bf8334-6809-4834-a01e-28598a3eca14" providerId="ADAL" clId="{1FB808AE-7BEC-BB43-827B-85D3ADB91D04}" dt="2023-04-17T22:21:54.873" v="3792" actId="478"/>
          <ac:graphicFrameMkLst>
            <pc:docMk/>
            <pc:sldMk cId="1749929574" sldId="266"/>
            <ac:graphicFrameMk id="4" creationId="{1C323025-DA2B-714C-5DB7-FFEDD86D0B4B}"/>
          </ac:graphicFrameMkLst>
        </pc:graphicFrameChg>
        <pc:picChg chg="add del">
          <ac:chgData name="Booker, Quiera S" userId="19bf8334-6809-4834-a01e-28598a3eca14" providerId="ADAL" clId="{1FB808AE-7BEC-BB43-827B-85D3ADB91D04}" dt="2023-04-17T22:21:41.689" v="3788"/>
          <ac:picMkLst>
            <pc:docMk/>
            <pc:sldMk cId="1749929574" sldId="266"/>
            <ac:picMk id="2050" creationId="{A07ECE80-89EB-9B24-4427-FEBBEE60F4AF}"/>
          </ac:picMkLst>
        </pc:picChg>
        <pc:picChg chg="add del mod">
          <ac:chgData name="Booker, Quiera S" userId="19bf8334-6809-4834-a01e-28598a3eca14" providerId="ADAL" clId="{1FB808AE-7BEC-BB43-827B-85D3ADB91D04}" dt="2023-04-17T22:25:13.571" v="3924" actId="14100"/>
          <ac:picMkLst>
            <pc:docMk/>
            <pc:sldMk cId="1749929574" sldId="266"/>
            <ac:picMk id="2052" creationId="{488ED69C-3DBE-1E32-B37D-90119DEAFFA8}"/>
          </ac:picMkLst>
        </pc:picChg>
        <pc:cxnChg chg="add mod">
          <ac:chgData name="Booker, Quiera S" userId="19bf8334-6809-4834-a01e-28598a3eca14" providerId="ADAL" clId="{1FB808AE-7BEC-BB43-827B-85D3ADB91D04}" dt="2023-04-17T22:22:27.876" v="3798" actId="13822"/>
          <ac:cxnSpMkLst>
            <pc:docMk/>
            <pc:sldMk cId="1749929574" sldId="266"/>
            <ac:cxnSpMk id="8" creationId="{66418260-670E-C5D0-8EB0-06F3D438374F}"/>
          </ac:cxnSpMkLst>
        </pc:cxnChg>
        <pc:cxnChg chg="add mod">
          <ac:chgData name="Booker, Quiera S" userId="19bf8334-6809-4834-a01e-28598a3eca14" providerId="ADAL" clId="{1FB808AE-7BEC-BB43-827B-85D3ADB91D04}" dt="2023-04-17T22:25:24.138" v="3927" actId="14100"/>
          <ac:cxnSpMkLst>
            <pc:docMk/>
            <pc:sldMk cId="1749929574" sldId="266"/>
            <ac:cxnSpMk id="14" creationId="{364B177A-883B-2F2B-1929-D52AE0286163}"/>
          </ac:cxnSpMkLst>
        </pc:cxnChg>
      </pc:sldChg>
      <pc:sldChg chg="addSp delSp modSp new mod setBg modNotesTx">
        <pc:chgData name="Booker, Quiera S" userId="19bf8334-6809-4834-a01e-28598a3eca14" providerId="ADAL" clId="{1FB808AE-7BEC-BB43-827B-85D3ADB91D04}" dt="2023-04-17T22:59:50.129" v="5160" actId="14100"/>
        <pc:sldMkLst>
          <pc:docMk/>
          <pc:sldMk cId="2713247606" sldId="267"/>
        </pc:sldMkLst>
        <pc:spChg chg="mod">
          <ac:chgData name="Booker, Quiera S" userId="19bf8334-6809-4834-a01e-28598a3eca14" providerId="ADAL" clId="{1FB808AE-7BEC-BB43-827B-85D3ADB91D04}" dt="2023-04-17T22:59:50.129" v="5160" actId="14100"/>
          <ac:spMkLst>
            <pc:docMk/>
            <pc:sldMk cId="2713247606" sldId="267"/>
            <ac:spMk id="2" creationId="{F0844905-D90F-0DD5-E1B7-B254CEFC26FE}"/>
          </ac:spMkLst>
        </pc:spChg>
        <pc:spChg chg="del">
          <ac:chgData name="Booker, Quiera S" userId="19bf8334-6809-4834-a01e-28598a3eca14" providerId="ADAL" clId="{1FB808AE-7BEC-BB43-827B-85D3ADB91D04}" dt="2023-04-17T21:56:32.137" v="3314" actId="478"/>
          <ac:spMkLst>
            <pc:docMk/>
            <pc:sldMk cId="2713247606" sldId="267"/>
            <ac:spMk id="3" creationId="{AC861D17-3EA6-0167-7594-5B333D384AF0}"/>
          </ac:spMkLst>
        </pc:spChg>
        <pc:spChg chg="add del">
          <ac:chgData name="Booker, Quiera S" userId="19bf8334-6809-4834-a01e-28598a3eca14" providerId="ADAL" clId="{1FB808AE-7BEC-BB43-827B-85D3ADB91D04}" dt="2023-04-17T22:16:10.305" v="3723" actId="26606"/>
          <ac:spMkLst>
            <pc:docMk/>
            <pc:sldMk cId="2713247606" sldId="267"/>
            <ac:spMk id="9" creationId="{BD4C0BBB-0042-4603-A226-6117F3FD5B3C}"/>
          </ac:spMkLst>
        </pc:spChg>
        <pc:spChg chg="add del">
          <ac:chgData name="Booker, Quiera S" userId="19bf8334-6809-4834-a01e-28598a3eca14" providerId="ADAL" clId="{1FB808AE-7BEC-BB43-827B-85D3ADB91D04}" dt="2023-04-17T22:16:10.305" v="3723" actId="26606"/>
          <ac:spMkLst>
            <pc:docMk/>
            <pc:sldMk cId="2713247606" sldId="267"/>
            <ac:spMk id="11" creationId="{EC44F520-2598-460E-9F91-B02F60830CA2}"/>
          </ac:spMkLst>
        </pc:spChg>
        <pc:spChg chg="add del">
          <ac:chgData name="Booker, Quiera S" userId="19bf8334-6809-4834-a01e-28598a3eca14" providerId="ADAL" clId="{1FB808AE-7BEC-BB43-827B-85D3ADB91D04}" dt="2023-04-17T22:16:10.305" v="3723" actId="26606"/>
          <ac:spMkLst>
            <pc:docMk/>
            <pc:sldMk cId="2713247606" sldId="267"/>
            <ac:spMk id="13" creationId="{1DBC8414-BE7E-4B6C-A114-B2C3795C883F}"/>
          </ac:spMkLst>
        </pc:spChg>
        <pc:spChg chg="add del">
          <ac:chgData name="Booker, Quiera S" userId="19bf8334-6809-4834-a01e-28598a3eca14" providerId="ADAL" clId="{1FB808AE-7BEC-BB43-827B-85D3ADB91D04}" dt="2023-04-17T22:16:10.305" v="3723" actId="26606"/>
          <ac:spMkLst>
            <pc:docMk/>
            <pc:sldMk cId="2713247606" sldId="267"/>
            <ac:spMk id="15" creationId="{0EC398C5-5C2E-4038-9DB3-DE2B5A9BEFFB}"/>
          </ac:spMkLst>
        </pc:spChg>
        <pc:spChg chg="add del">
          <ac:chgData name="Booker, Quiera S" userId="19bf8334-6809-4834-a01e-28598a3eca14" providerId="ADAL" clId="{1FB808AE-7BEC-BB43-827B-85D3ADB91D04}" dt="2023-04-17T22:16:10.305" v="3723" actId="26606"/>
          <ac:spMkLst>
            <pc:docMk/>
            <pc:sldMk cId="2713247606" sldId="267"/>
            <ac:spMk id="17" creationId="{A2F10B26-073B-4B10-8AAA-161242DD82B0}"/>
          </ac:spMkLst>
        </pc:spChg>
        <pc:spChg chg="add del">
          <ac:chgData name="Booker, Quiera S" userId="19bf8334-6809-4834-a01e-28598a3eca14" providerId="ADAL" clId="{1FB808AE-7BEC-BB43-827B-85D3ADB91D04}" dt="2023-04-17T22:16:10.305" v="3723" actId="26606"/>
          <ac:spMkLst>
            <pc:docMk/>
            <pc:sldMk cId="2713247606" sldId="267"/>
            <ac:spMk id="19" creationId="{610DBBC7-698F-4A54-B1CB-A99F9CC356DF}"/>
          </ac:spMkLst>
        </pc:spChg>
        <pc:spChg chg="add del">
          <ac:chgData name="Booker, Quiera S" userId="19bf8334-6809-4834-a01e-28598a3eca14" providerId="ADAL" clId="{1FB808AE-7BEC-BB43-827B-85D3ADB91D04}" dt="2023-04-17T22:16:10.305" v="3723" actId="26606"/>
          <ac:spMkLst>
            <pc:docMk/>
            <pc:sldMk cId="2713247606" sldId="267"/>
            <ac:spMk id="21" creationId="{DE6E822A-8BCF-432C-83E6-BBE821476CD4}"/>
          </ac:spMkLst>
        </pc:spChg>
        <pc:spChg chg="add">
          <ac:chgData name="Booker, Quiera S" userId="19bf8334-6809-4834-a01e-28598a3eca14" providerId="ADAL" clId="{1FB808AE-7BEC-BB43-827B-85D3ADB91D04}" dt="2023-04-17T22:16:10.305" v="3723" actId="26606"/>
          <ac:spMkLst>
            <pc:docMk/>
            <pc:sldMk cId="2713247606" sldId="267"/>
            <ac:spMk id="26" creationId="{BD4C0BBB-0042-4603-A226-6117F3FD5B3C}"/>
          </ac:spMkLst>
        </pc:spChg>
        <pc:spChg chg="add">
          <ac:chgData name="Booker, Quiera S" userId="19bf8334-6809-4834-a01e-28598a3eca14" providerId="ADAL" clId="{1FB808AE-7BEC-BB43-827B-85D3ADB91D04}" dt="2023-04-17T22:16:10.305" v="3723" actId="26606"/>
          <ac:spMkLst>
            <pc:docMk/>
            <pc:sldMk cId="2713247606" sldId="267"/>
            <ac:spMk id="28" creationId="{EC44F520-2598-460E-9F91-B02F60830CA2}"/>
          </ac:spMkLst>
        </pc:spChg>
        <pc:spChg chg="add">
          <ac:chgData name="Booker, Quiera S" userId="19bf8334-6809-4834-a01e-28598a3eca14" providerId="ADAL" clId="{1FB808AE-7BEC-BB43-827B-85D3ADB91D04}" dt="2023-04-17T22:16:10.305" v="3723" actId="26606"/>
          <ac:spMkLst>
            <pc:docMk/>
            <pc:sldMk cId="2713247606" sldId="267"/>
            <ac:spMk id="30" creationId="{1DBC8414-BE7E-4B6C-A114-B2C3795C883F}"/>
          </ac:spMkLst>
        </pc:spChg>
        <pc:spChg chg="add">
          <ac:chgData name="Booker, Quiera S" userId="19bf8334-6809-4834-a01e-28598a3eca14" providerId="ADAL" clId="{1FB808AE-7BEC-BB43-827B-85D3ADB91D04}" dt="2023-04-17T22:16:10.305" v="3723" actId="26606"/>
          <ac:spMkLst>
            <pc:docMk/>
            <pc:sldMk cId="2713247606" sldId="267"/>
            <ac:spMk id="32" creationId="{0EC398C5-5C2E-4038-9DB3-DE2B5A9BEFFB}"/>
          </ac:spMkLst>
        </pc:spChg>
        <pc:spChg chg="add">
          <ac:chgData name="Booker, Quiera S" userId="19bf8334-6809-4834-a01e-28598a3eca14" providerId="ADAL" clId="{1FB808AE-7BEC-BB43-827B-85D3ADB91D04}" dt="2023-04-17T22:16:10.305" v="3723" actId="26606"/>
          <ac:spMkLst>
            <pc:docMk/>
            <pc:sldMk cId="2713247606" sldId="267"/>
            <ac:spMk id="34" creationId="{A2F10B26-073B-4B10-8AAA-161242DD82B0}"/>
          </ac:spMkLst>
        </pc:spChg>
        <pc:spChg chg="add">
          <ac:chgData name="Booker, Quiera S" userId="19bf8334-6809-4834-a01e-28598a3eca14" providerId="ADAL" clId="{1FB808AE-7BEC-BB43-827B-85D3ADB91D04}" dt="2023-04-17T22:16:10.305" v="3723" actId="26606"/>
          <ac:spMkLst>
            <pc:docMk/>
            <pc:sldMk cId="2713247606" sldId="267"/>
            <ac:spMk id="36" creationId="{610DBBC7-698F-4A54-B1CB-A99F9CC356DF}"/>
          </ac:spMkLst>
        </pc:spChg>
        <pc:spChg chg="add">
          <ac:chgData name="Booker, Quiera S" userId="19bf8334-6809-4834-a01e-28598a3eca14" providerId="ADAL" clId="{1FB808AE-7BEC-BB43-827B-85D3ADB91D04}" dt="2023-04-17T22:16:10.305" v="3723" actId="26606"/>
          <ac:spMkLst>
            <pc:docMk/>
            <pc:sldMk cId="2713247606" sldId="267"/>
            <ac:spMk id="38" creationId="{DE6E822A-8BCF-432C-83E6-BBE821476CD4}"/>
          </ac:spMkLst>
        </pc:spChg>
        <pc:graphicFrameChg chg="add mod modGraphic">
          <ac:chgData name="Booker, Quiera S" userId="19bf8334-6809-4834-a01e-28598a3eca14" providerId="ADAL" clId="{1FB808AE-7BEC-BB43-827B-85D3ADB91D04}" dt="2023-04-17T22:27:19.645" v="3941" actId="113"/>
          <ac:graphicFrameMkLst>
            <pc:docMk/>
            <pc:sldMk cId="2713247606" sldId="267"/>
            <ac:graphicFrameMk id="4" creationId="{43702102-951C-86B9-E1D6-9896FEC83C4C}"/>
          </ac:graphicFrameMkLst>
        </pc:graphicFrameChg>
      </pc:sldChg>
      <pc:sldChg chg="addSp delSp modSp new mod setBg modNotesTx">
        <pc:chgData name="Booker, Quiera S" userId="19bf8334-6809-4834-a01e-28598a3eca14" providerId="ADAL" clId="{1FB808AE-7BEC-BB43-827B-85D3ADB91D04}" dt="2023-04-17T22:59:58.849" v="5162" actId="2711"/>
        <pc:sldMkLst>
          <pc:docMk/>
          <pc:sldMk cId="369916812" sldId="268"/>
        </pc:sldMkLst>
        <pc:spChg chg="mod">
          <ac:chgData name="Booker, Quiera S" userId="19bf8334-6809-4834-a01e-28598a3eca14" providerId="ADAL" clId="{1FB808AE-7BEC-BB43-827B-85D3ADB91D04}" dt="2023-04-17T22:59:58.849" v="5162" actId="2711"/>
          <ac:spMkLst>
            <pc:docMk/>
            <pc:sldMk cId="369916812" sldId="268"/>
            <ac:spMk id="2" creationId="{2CFA5E7D-3A5F-C630-8C64-3005ED6D69D5}"/>
          </ac:spMkLst>
        </pc:spChg>
        <pc:spChg chg="del">
          <ac:chgData name="Booker, Quiera S" userId="19bf8334-6809-4834-a01e-28598a3eca14" providerId="ADAL" clId="{1FB808AE-7BEC-BB43-827B-85D3ADB91D04}" dt="2023-04-17T22:29:41.846" v="3983" actId="3680"/>
          <ac:spMkLst>
            <pc:docMk/>
            <pc:sldMk cId="369916812" sldId="268"/>
            <ac:spMk id="3" creationId="{43A77C2D-B60E-3978-0382-A48760ECA644}"/>
          </ac:spMkLst>
        </pc:spChg>
        <pc:spChg chg="add">
          <ac:chgData name="Booker, Quiera S" userId="19bf8334-6809-4834-a01e-28598a3eca14" providerId="ADAL" clId="{1FB808AE-7BEC-BB43-827B-85D3ADB91D04}" dt="2023-04-17T22:32:12.181" v="4186" actId="26606"/>
          <ac:spMkLst>
            <pc:docMk/>
            <pc:sldMk cId="369916812" sldId="268"/>
            <ac:spMk id="9" creationId="{BD4C0BBB-0042-4603-A226-6117F3FD5B3C}"/>
          </ac:spMkLst>
        </pc:spChg>
        <pc:spChg chg="add">
          <ac:chgData name="Booker, Quiera S" userId="19bf8334-6809-4834-a01e-28598a3eca14" providerId="ADAL" clId="{1FB808AE-7BEC-BB43-827B-85D3ADB91D04}" dt="2023-04-17T22:32:12.181" v="4186" actId="26606"/>
          <ac:spMkLst>
            <pc:docMk/>
            <pc:sldMk cId="369916812" sldId="268"/>
            <ac:spMk id="11" creationId="{EC44F520-2598-460E-9F91-B02F60830CA2}"/>
          </ac:spMkLst>
        </pc:spChg>
        <pc:spChg chg="add">
          <ac:chgData name="Booker, Quiera S" userId="19bf8334-6809-4834-a01e-28598a3eca14" providerId="ADAL" clId="{1FB808AE-7BEC-BB43-827B-85D3ADB91D04}" dt="2023-04-17T22:32:12.181" v="4186" actId="26606"/>
          <ac:spMkLst>
            <pc:docMk/>
            <pc:sldMk cId="369916812" sldId="268"/>
            <ac:spMk id="13" creationId="{1DBC8414-BE7E-4B6C-A114-B2C3795C883F}"/>
          </ac:spMkLst>
        </pc:spChg>
        <pc:spChg chg="add">
          <ac:chgData name="Booker, Quiera S" userId="19bf8334-6809-4834-a01e-28598a3eca14" providerId="ADAL" clId="{1FB808AE-7BEC-BB43-827B-85D3ADB91D04}" dt="2023-04-17T22:32:12.181" v="4186" actId="26606"/>
          <ac:spMkLst>
            <pc:docMk/>
            <pc:sldMk cId="369916812" sldId="268"/>
            <ac:spMk id="15" creationId="{0EC398C5-5C2E-4038-9DB3-DE2B5A9BEFFB}"/>
          </ac:spMkLst>
        </pc:spChg>
        <pc:spChg chg="add">
          <ac:chgData name="Booker, Quiera S" userId="19bf8334-6809-4834-a01e-28598a3eca14" providerId="ADAL" clId="{1FB808AE-7BEC-BB43-827B-85D3ADB91D04}" dt="2023-04-17T22:32:12.181" v="4186" actId="26606"/>
          <ac:spMkLst>
            <pc:docMk/>
            <pc:sldMk cId="369916812" sldId="268"/>
            <ac:spMk id="17" creationId="{A2F10B26-073B-4B10-8AAA-161242DD82B0}"/>
          </ac:spMkLst>
        </pc:spChg>
        <pc:spChg chg="add">
          <ac:chgData name="Booker, Quiera S" userId="19bf8334-6809-4834-a01e-28598a3eca14" providerId="ADAL" clId="{1FB808AE-7BEC-BB43-827B-85D3ADB91D04}" dt="2023-04-17T22:32:12.181" v="4186" actId="26606"/>
          <ac:spMkLst>
            <pc:docMk/>
            <pc:sldMk cId="369916812" sldId="268"/>
            <ac:spMk id="19" creationId="{610DBBC7-698F-4A54-B1CB-A99F9CC356DF}"/>
          </ac:spMkLst>
        </pc:spChg>
        <pc:spChg chg="add">
          <ac:chgData name="Booker, Quiera S" userId="19bf8334-6809-4834-a01e-28598a3eca14" providerId="ADAL" clId="{1FB808AE-7BEC-BB43-827B-85D3ADB91D04}" dt="2023-04-17T22:32:12.181" v="4186" actId="26606"/>
          <ac:spMkLst>
            <pc:docMk/>
            <pc:sldMk cId="369916812" sldId="268"/>
            <ac:spMk id="21" creationId="{DE6E822A-8BCF-432C-83E6-BBE821476CD4}"/>
          </ac:spMkLst>
        </pc:spChg>
        <pc:graphicFrameChg chg="add mod ord modGraphic">
          <ac:chgData name="Booker, Quiera S" userId="19bf8334-6809-4834-a01e-28598a3eca14" providerId="ADAL" clId="{1FB808AE-7BEC-BB43-827B-85D3ADB91D04}" dt="2023-04-17T22:33:27.107" v="4293" actId="1076"/>
          <ac:graphicFrameMkLst>
            <pc:docMk/>
            <pc:sldMk cId="369916812" sldId="268"/>
            <ac:graphicFrameMk id="4" creationId="{5C16A24A-ECBA-24E3-202E-8B9830750828}"/>
          </ac:graphicFrameMkLst>
        </pc:graphicFrameChg>
      </pc:sldChg>
      <pc:sldChg chg="addSp modSp new mod setBg modNotesTx">
        <pc:chgData name="Booker, Quiera S" userId="19bf8334-6809-4834-a01e-28598a3eca14" providerId="ADAL" clId="{1FB808AE-7BEC-BB43-827B-85D3ADB91D04}" dt="2023-04-17T23:10:31.421" v="6219" actId="20577"/>
        <pc:sldMkLst>
          <pc:docMk/>
          <pc:sldMk cId="2499102066" sldId="269"/>
        </pc:sldMkLst>
        <pc:spChg chg="mod">
          <ac:chgData name="Booker, Quiera S" userId="19bf8334-6809-4834-a01e-28598a3eca14" providerId="ADAL" clId="{1FB808AE-7BEC-BB43-827B-85D3ADB91D04}" dt="2023-04-17T23:06:30.225" v="6076" actId="1076"/>
          <ac:spMkLst>
            <pc:docMk/>
            <pc:sldMk cId="2499102066" sldId="269"/>
            <ac:spMk id="2" creationId="{5AC9CF20-BFF6-57AE-BB8D-5EDFDBB20E32}"/>
          </ac:spMkLst>
        </pc:spChg>
        <pc:spChg chg="mod">
          <ac:chgData name="Booker, Quiera S" userId="19bf8334-6809-4834-a01e-28598a3eca14" providerId="ADAL" clId="{1FB808AE-7BEC-BB43-827B-85D3ADB91D04}" dt="2023-04-17T23:10:31.421" v="6219" actId="20577"/>
          <ac:spMkLst>
            <pc:docMk/>
            <pc:sldMk cId="2499102066" sldId="269"/>
            <ac:spMk id="3" creationId="{1A759A02-C53A-3F3A-8282-21A195373C89}"/>
          </ac:spMkLst>
        </pc:spChg>
        <pc:spChg chg="add mod">
          <ac:chgData name="Booker, Quiera S" userId="19bf8334-6809-4834-a01e-28598a3eca14" providerId="ADAL" clId="{1FB808AE-7BEC-BB43-827B-85D3ADB91D04}" dt="2023-04-17T23:06:06.237" v="6070" actId="2711"/>
          <ac:spMkLst>
            <pc:docMk/>
            <pc:sldMk cId="2499102066" sldId="269"/>
            <ac:spMk id="8" creationId="{8BEAC55E-FD3E-4A90-B4E2-D197D8038366}"/>
          </ac:spMkLst>
        </pc:spChg>
        <pc:spChg chg="add mod">
          <ac:chgData name="Booker, Quiera S" userId="19bf8334-6809-4834-a01e-28598a3eca14" providerId="ADAL" clId="{1FB808AE-7BEC-BB43-827B-85D3ADB91D04}" dt="2023-04-17T23:06:06.237" v="6070" actId="2711"/>
          <ac:spMkLst>
            <pc:docMk/>
            <pc:sldMk cId="2499102066" sldId="269"/>
            <ac:spMk id="10" creationId="{282DCAD1-D7F2-4CA8-960C-526B7DB37A82}"/>
          </ac:spMkLst>
        </pc:spChg>
        <pc:spChg chg="add mod">
          <ac:chgData name="Booker, Quiera S" userId="19bf8334-6809-4834-a01e-28598a3eca14" providerId="ADAL" clId="{1FB808AE-7BEC-BB43-827B-85D3ADB91D04}" dt="2023-04-17T23:06:06.237" v="6070" actId="2711"/>
          <ac:spMkLst>
            <pc:docMk/>
            <pc:sldMk cId="2499102066" sldId="269"/>
            <ac:spMk id="12" creationId="{0009AC7F-1347-41C8-8BEB-47473A21A696}"/>
          </ac:spMkLst>
        </pc:spChg>
      </pc:sldChg>
      <pc:sldChg chg="addSp delSp modSp new mod setBg modNotesTx">
        <pc:chgData name="Booker, Quiera S" userId="19bf8334-6809-4834-a01e-28598a3eca14" providerId="ADAL" clId="{1FB808AE-7BEC-BB43-827B-85D3ADB91D04}" dt="2023-04-17T23:13:51.641" v="6349" actId="20577"/>
        <pc:sldMkLst>
          <pc:docMk/>
          <pc:sldMk cId="3462168599" sldId="270"/>
        </pc:sldMkLst>
        <pc:spChg chg="mod">
          <ac:chgData name="Booker, Quiera S" userId="19bf8334-6809-4834-a01e-28598a3eca14" providerId="ADAL" clId="{1FB808AE-7BEC-BB43-827B-85D3ADB91D04}" dt="2023-04-17T23:13:03.038" v="6335" actId="255"/>
          <ac:spMkLst>
            <pc:docMk/>
            <pc:sldMk cId="3462168599" sldId="270"/>
            <ac:spMk id="2" creationId="{A4D7D03D-3B12-9113-5A4A-8A1937970BB3}"/>
          </ac:spMkLst>
        </pc:spChg>
        <pc:spChg chg="del mod">
          <ac:chgData name="Booker, Quiera S" userId="19bf8334-6809-4834-a01e-28598a3eca14" providerId="ADAL" clId="{1FB808AE-7BEC-BB43-827B-85D3ADB91D04}" dt="2023-04-17T23:12:50.254" v="6332" actId="26606"/>
          <ac:spMkLst>
            <pc:docMk/>
            <pc:sldMk cId="3462168599" sldId="270"/>
            <ac:spMk id="3" creationId="{B6DD6AE1-1363-00BB-6A94-3AB094F1739A}"/>
          </ac:spMkLst>
        </pc:spChg>
        <pc:spChg chg="add">
          <ac:chgData name="Booker, Quiera S" userId="19bf8334-6809-4834-a01e-28598a3eca14" providerId="ADAL" clId="{1FB808AE-7BEC-BB43-827B-85D3ADB91D04}" dt="2023-04-17T23:12:50.254" v="6332" actId="26606"/>
          <ac:spMkLst>
            <pc:docMk/>
            <pc:sldMk cId="3462168599" sldId="270"/>
            <ac:spMk id="9" creationId="{E383CC5D-71E8-4CB2-8E4A-F1E4FF6DC9D6}"/>
          </ac:spMkLst>
        </pc:spChg>
        <pc:spChg chg="add">
          <ac:chgData name="Booker, Quiera S" userId="19bf8334-6809-4834-a01e-28598a3eca14" providerId="ADAL" clId="{1FB808AE-7BEC-BB43-827B-85D3ADB91D04}" dt="2023-04-17T23:12:50.254" v="6332" actId="26606"/>
          <ac:spMkLst>
            <pc:docMk/>
            <pc:sldMk cId="3462168599" sldId="270"/>
            <ac:spMk id="11" creationId="{E2DA5AC1-43C5-4243-9028-07DBB80D0C95}"/>
          </ac:spMkLst>
        </pc:spChg>
        <pc:spChg chg="add">
          <ac:chgData name="Booker, Quiera S" userId="19bf8334-6809-4834-a01e-28598a3eca14" providerId="ADAL" clId="{1FB808AE-7BEC-BB43-827B-85D3ADB91D04}" dt="2023-04-17T23:12:50.254" v="6332" actId="26606"/>
          <ac:spMkLst>
            <pc:docMk/>
            <pc:sldMk cId="3462168599" sldId="270"/>
            <ac:spMk id="13" creationId="{8A4EDA1C-27A1-4C83-ACE4-6675EC9245B1}"/>
          </ac:spMkLst>
        </pc:spChg>
        <pc:spChg chg="add">
          <ac:chgData name="Booker, Quiera S" userId="19bf8334-6809-4834-a01e-28598a3eca14" providerId="ADAL" clId="{1FB808AE-7BEC-BB43-827B-85D3ADB91D04}" dt="2023-04-17T23:12:50.254" v="6332" actId="26606"/>
          <ac:spMkLst>
            <pc:docMk/>
            <pc:sldMk cId="3462168599" sldId="270"/>
            <ac:spMk id="15" creationId="{1C2185E4-B584-4B9D-9440-DEA0FB9D94DF}"/>
          </ac:spMkLst>
        </pc:spChg>
        <pc:spChg chg="add">
          <ac:chgData name="Booker, Quiera S" userId="19bf8334-6809-4834-a01e-28598a3eca14" providerId="ADAL" clId="{1FB808AE-7BEC-BB43-827B-85D3ADB91D04}" dt="2023-04-17T23:12:50.254" v="6332" actId="26606"/>
          <ac:spMkLst>
            <pc:docMk/>
            <pc:sldMk cId="3462168599" sldId="270"/>
            <ac:spMk id="17" creationId="{FF33EC8A-EE0A-4395-97E2-DAD467CF734C}"/>
          </ac:spMkLst>
        </pc:spChg>
        <pc:spChg chg="add">
          <ac:chgData name="Booker, Quiera S" userId="19bf8334-6809-4834-a01e-28598a3eca14" providerId="ADAL" clId="{1FB808AE-7BEC-BB43-827B-85D3ADB91D04}" dt="2023-04-17T23:12:50.254" v="6332" actId="26606"/>
          <ac:spMkLst>
            <pc:docMk/>
            <pc:sldMk cId="3462168599" sldId="270"/>
            <ac:spMk id="19" creationId="{FF85DA95-16A4-404E-9BFF-27F8E4FC78AA}"/>
          </ac:spMkLst>
        </pc:spChg>
        <pc:graphicFrameChg chg="add mod modGraphic">
          <ac:chgData name="Booker, Quiera S" userId="19bf8334-6809-4834-a01e-28598a3eca14" providerId="ADAL" clId="{1FB808AE-7BEC-BB43-827B-85D3ADB91D04}" dt="2023-04-17T23:13:13.940" v="6340" actId="403"/>
          <ac:graphicFrameMkLst>
            <pc:docMk/>
            <pc:sldMk cId="3462168599" sldId="270"/>
            <ac:graphicFrameMk id="5" creationId="{FD78CF38-5FA2-F688-501D-B9DD2A047E62}"/>
          </ac:graphicFrameMkLst>
        </pc:graphicFrameChg>
      </pc:sldChg>
      <pc:sldChg chg="addSp modSp new mod setBg">
        <pc:chgData name="Booker, Quiera S" userId="19bf8334-6809-4834-a01e-28598a3eca14" providerId="ADAL" clId="{1FB808AE-7BEC-BB43-827B-85D3ADB91D04}" dt="2023-04-17T23:13:41.965" v="6348" actId="26606"/>
        <pc:sldMkLst>
          <pc:docMk/>
          <pc:sldMk cId="3554277848" sldId="271"/>
        </pc:sldMkLst>
        <pc:spChg chg="mod">
          <ac:chgData name="Booker, Quiera S" userId="19bf8334-6809-4834-a01e-28598a3eca14" providerId="ADAL" clId="{1FB808AE-7BEC-BB43-827B-85D3ADB91D04}" dt="2023-04-17T23:13:41.965" v="6348" actId="26606"/>
          <ac:spMkLst>
            <pc:docMk/>
            <pc:sldMk cId="3554277848" sldId="271"/>
            <ac:spMk id="2" creationId="{F2413D6E-112E-DCD0-236A-CCEAA65A2A8B}"/>
          </ac:spMkLst>
        </pc:spChg>
        <pc:spChg chg="mod">
          <ac:chgData name="Booker, Quiera S" userId="19bf8334-6809-4834-a01e-28598a3eca14" providerId="ADAL" clId="{1FB808AE-7BEC-BB43-827B-85D3ADB91D04}" dt="2023-04-17T23:13:41.965" v="6348" actId="26606"/>
          <ac:spMkLst>
            <pc:docMk/>
            <pc:sldMk cId="3554277848" sldId="271"/>
            <ac:spMk id="3" creationId="{A274BF0B-0C0B-F191-90A1-332A320A9BA1}"/>
          </ac:spMkLst>
        </pc:spChg>
        <pc:spChg chg="add">
          <ac:chgData name="Booker, Quiera S" userId="19bf8334-6809-4834-a01e-28598a3eca14" providerId="ADAL" clId="{1FB808AE-7BEC-BB43-827B-85D3ADB91D04}" dt="2023-04-17T23:13:41.965" v="6348" actId="26606"/>
          <ac:spMkLst>
            <pc:docMk/>
            <pc:sldMk cId="3554277848" sldId="271"/>
            <ac:spMk id="9" creationId="{C4285719-470E-454C-AF62-8323075F1F5B}"/>
          </ac:spMkLst>
        </pc:spChg>
        <pc:spChg chg="add">
          <ac:chgData name="Booker, Quiera S" userId="19bf8334-6809-4834-a01e-28598a3eca14" providerId="ADAL" clId="{1FB808AE-7BEC-BB43-827B-85D3ADB91D04}" dt="2023-04-17T23:13:41.965" v="6348" actId="26606"/>
          <ac:spMkLst>
            <pc:docMk/>
            <pc:sldMk cId="3554277848" sldId="271"/>
            <ac:spMk id="11" creationId="{4E3AE8C3-8F65-40F4-BABE-E70F3830147B}"/>
          </ac:spMkLst>
        </pc:spChg>
        <pc:spChg chg="add">
          <ac:chgData name="Booker, Quiera S" userId="19bf8334-6809-4834-a01e-28598a3eca14" providerId="ADAL" clId="{1FB808AE-7BEC-BB43-827B-85D3ADB91D04}" dt="2023-04-17T23:13:41.965" v="6348" actId="26606"/>
          <ac:spMkLst>
            <pc:docMk/>
            <pc:sldMk cId="3554277848" sldId="271"/>
            <ac:spMk id="13" creationId="{E2FC4764-B8D5-4F87-95DB-3125B2D12855}"/>
          </ac:spMkLst>
        </pc:spChg>
        <pc:spChg chg="add">
          <ac:chgData name="Booker, Quiera S" userId="19bf8334-6809-4834-a01e-28598a3eca14" providerId="ADAL" clId="{1FB808AE-7BEC-BB43-827B-85D3ADB91D04}" dt="2023-04-17T23:13:41.965" v="6348" actId="26606"/>
          <ac:spMkLst>
            <pc:docMk/>
            <pc:sldMk cId="3554277848" sldId="271"/>
            <ac:spMk id="15" creationId="{B4C1654F-94F5-497E-8ECF-F2A7E84D6A63}"/>
          </ac:spMkLst>
        </pc:spChg>
        <pc:spChg chg="add">
          <ac:chgData name="Booker, Quiera S" userId="19bf8334-6809-4834-a01e-28598a3eca14" providerId="ADAL" clId="{1FB808AE-7BEC-BB43-827B-85D3ADB91D04}" dt="2023-04-17T23:13:41.965" v="6348" actId="26606"/>
          <ac:spMkLst>
            <pc:docMk/>
            <pc:sldMk cId="3554277848" sldId="271"/>
            <ac:spMk id="17" creationId="{38FAA1A1-D861-433F-88FA-1E9D6FD31D11}"/>
          </ac:spMkLst>
        </pc:spChg>
        <pc:picChg chg="add">
          <ac:chgData name="Booker, Quiera S" userId="19bf8334-6809-4834-a01e-28598a3eca14" providerId="ADAL" clId="{1FB808AE-7BEC-BB43-827B-85D3ADB91D04}" dt="2023-04-17T23:13:41.965" v="6348" actId="26606"/>
          <ac:picMkLst>
            <pc:docMk/>
            <pc:sldMk cId="3554277848" sldId="271"/>
            <ac:picMk id="5" creationId="{C660B000-5015-B83A-DC18-9B944BC2C79B}"/>
          </ac:picMkLst>
        </pc:picChg>
      </pc:sldChg>
      <pc:sldChg chg="addSp delSp modSp new mod setBg modShow modNotesTx">
        <pc:chgData name="Booker, Quiera S" userId="19bf8334-6809-4834-a01e-28598a3eca14" providerId="ADAL" clId="{1FB808AE-7BEC-BB43-827B-85D3ADB91D04}" dt="2023-04-17T22:36:59.670" v="4569" actId="729"/>
        <pc:sldMkLst>
          <pc:docMk/>
          <pc:sldMk cId="2350679770" sldId="272"/>
        </pc:sldMkLst>
        <pc:spChg chg="mod ord">
          <ac:chgData name="Booker, Quiera S" userId="19bf8334-6809-4834-a01e-28598a3eca14" providerId="ADAL" clId="{1FB808AE-7BEC-BB43-827B-85D3ADB91D04}" dt="2023-04-17T22:36:55.048" v="4568" actId="1076"/>
          <ac:spMkLst>
            <pc:docMk/>
            <pc:sldMk cId="2350679770" sldId="272"/>
            <ac:spMk id="2" creationId="{C288D59B-8132-0AB0-A354-723C5EF6D60C}"/>
          </ac:spMkLst>
        </pc:spChg>
        <pc:spChg chg="del">
          <ac:chgData name="Booker, Quiera S" userId="19bf8334-6809-4834-a01e-28598a3eca14" providerId="ADAL" clId="{1FB808AE-7BEC-BB43-827B-85D3ADB91D04}" dt="2023-04-17T22:34:56.310" v="4350"/>
          <ac:spMkLst>
            <pc:docMk/>
            <pc:sldMk cId="2350679770" sldId="272"/>
            <ac:spMk id="3" creationId="{01E73EC2-333C-F83F-2EF8-AED3060E85DF}"/>
          </ac:spMkLst>
        </pc:spChg>
        <pc:spChg chg="add del">
          <ac:chgData name="Booker, Quiera S" userId="19bf8334-6809-4834-a01e-28598a3eca14" providerId="ADAL" clId="{1FB808AE-7BEC-BB43-827B-85D3ADB91D04}" dt="2023-04-17T22:35:21.412" v="4357" actId="26606"/>
          <ac:spMkLst>
            <pc:docMk/>
            <pc:sldMk cId="2350679770" sldId="272"/>
            <ac:spMk id="4103" creationId="{BD4C0BBB-0042-4603-A226-6117F3FD5B3C}"/>
          </ac:spMkLst>
        </pc:spChg>
        <pc:spChg chg="add del">
          <ac:chgData name="Booker, Quiera S" userId="19bf8334-6809-4834-a01e-28598a3eca14" providerId="ADAL" clId="{1FB808AE-7BEC-BB43-827B-85D3ADB91D04}" dt="2023-04-17T22:35:21.412" v="4357" actId="26606"/>
          <ac:spMkLst>
            <pc:docMk/>
            <pc:sldMk cId="2350679770" sldId="272"/>
            <ac:spMk id="4105" creationId="{EC44F520-2598-460E-9F91-B02F60830CA2}"/>
          </ac:spMkLst>
        </pc:spChg>
        <pc:spChg chg="add del">
          <ac:chgData name="Booker, Quiera S" userId="19bf8334-6809-4834-a01e-28598a3eca14" providerId="ADAL" clId="{1FB808AE-7BEC-BB43-827B-85D3ADB91D04}" dt="2023-04-17T22:35:21.412" v="4357" actId="26606"/>
          <ac:spMkLst>
            <pc:docMk/>
            <pc:sldMk cId="2350679770" sldId="272"/>
            <ac:spMk id="4107" creationId="{1DBC8414-BE7E-4B6C-A114-B2C3795C883F}"/>
          </ac:spMkLst>
        </pc:spChg>
        <pc:spChg chg="add del">
          <ac:chgData name="Booker, Quiera S" userId="19bf8334-6809-4834-a01e-28598a3eca14" providerId="ADAL" clId="{1FB808AE-7BEC-BB43-827B-85D3ADB91D04}" dt="2023-04-17T22:35:21.412" v="4357" actId="26606"/>
          <ac:spMkLst>
            <pc:docMk/>
            <pc:sldMk cId="2350679770" sldId="272"/>
            <ac:spMk id="4109" creationId="{0EC398C5-5C2E-4038-9DB3-DE2B5A9BEFFB}"/>
          </ac:spMkLst>
        </pc:spChg>
        <pc:spChg chg="add del">
          <ac:chgData name="Booker, Quiera S" userId="19bf8334-6809-4834-a01e-28598a3eca14" providerId="ADAL" clId="{1FB808AE-7BEC-BB43-827B-85D3ADB91D04}" dt="2023-04-17T22:35:21.412" v="4357" actId="26606"/>
          <ac:spMkLst>
            <pc:docMk/>
            <pc:sldMk cId="2350679770" sldId="272"/>
            <ac:spMk id="4111" creationId="{A2F10B26-073B-4B10-8AAA-161242DD82B0}"/>
          </ac:spMkLst>
        </pc:spChg>
        <pc:spChg chg="add del">
          <ac:chgData name="Booker, Quiera S" userId="19bf8334-6809-4834-a01e-28598a3eca14" providerId="ADAL" clId="{1FB808AE-7BEC-BB43-827B-85D3ADB91D04}" dt="2023-04-17T22:35:21.412" v="4357" actId="26606"/>
          <ac:spMkLst>
            <pc:docMk/>
            <pc:sldMk cId="2350679770" sldId="272"/>
            <ac:spMk id="4113" creationId="{610DBBC7-698F-4A54-B1CB-A99F9CC356DF}"/>
          </ac:spMkLst>
        </pc:spChg>
        <pc:spChg chg="add del">
          <ac:chgData name="Booker, Quiera S" userId="19bf8334-6809-4834-a01e-28598a3eca14" providerId="ADAL" clId="{1FB808AE-7BEC-BB43-827B-85D3ADB91D04}" dt="2023-04-17T22:35:21.412" v="4357" actId="26606"/>
          <ac:spMkLst>
            <pc:docMk/>
            <pc:sldMk cId="2350679770" sldId="272"/>
            <ac:spMk id="4115" creationId="{DE6E822A-8BCF-432C-83E6-BBE821476CD4}"/>
          </ac:spMkLst>
        </pc:spChg>
        <pc:spChg chg="add del">
          <ac:chgData name="Booker, Quiera S" userId="19bf8334-6809-4834-a01e-28598a3eca14" providerId="ADAL" clId="{1FB808AE-7BEC-BB43-827B-85D3ADB91D04}" dt="2023-04-17T22:35:21.412" v="4357" actId="26606"/>
          <ac:spMkLst>
            <pc:docMk/>
            <pc:sldMk cId="2350679770" sldId="272"/>
            <ac:spMk id="4120" creationId="{BD4C0BBB-0042-4603-A226-6117F3FD5B3C}"/>
          </ac:spMkLst>
        </pc:spChg>
        <pc:spChg chg="add del">
          <ac:chgData name="Booker, Quiera S" userId="19bf8334-6809-4834-a01e-28598a3eca14" providerId="ADAL" clId="{1FB808AE-7BEC-BB43-827B-85D3ADB91D04}" dt="2023-04-17T22:35:21.412" v="4357" actId="26606"/>
          <ac:spMkLst>
            <pc:docMk/>
            <pc:sldMk cId="2350679770" sldId="272"/>
            <ac:spMk id="4122" creationId="{EC44F520-2598-460E-9F91-B02F60830CA2}"/>
          </ac:spMkLst>
        </pc:spChg>
        <pc:spChg chg="add del">
          <ac:chgData name="Booker, Quiera S" userId="19bf8334-6809-4834-a01e-28598a3eca14" providerId="ADAL" clId="{1FB808AE-7BEC-BB43-827B-85D3ADB91D04}" dt="2023-04-17T22:35:21.412" v="4357" actId="26606"/>
          <ac:spMkLst>
            <pc:docMk/>
            <pc:sldMk cId="2350679770" sldId="272"/>
            <ac:spMk id="4124" creationId="{4D896123-1B32-4CB1-B2ED-E34BBC26B423}"/>
          </ac:spMkLst>
        </pc:spChg>
        <pc:spChg chg="add del">
          <ac:chgData name="Booker, Quiera S" userId="19bf8334-6809-4834-a01e-28598a3eca14" providerId="ADAL" clId="{1FB808AE-7BEC-BB43-827B-85D3ADB91D04}" dt="2023-04-17T22:35:21.412" v="4357" actId="26606"/>
          <ac:spMkLst>
            <pc:docMk/>
            <pc:sldMk cId="2350679770" sldId="272"/>
            <ac:spMk id="4126" creationId="{019FDB4D-987D-4C87-A179-9D4616AB2455}"/>
          </ac:spMkLst>
        </pc:spChg>
        <pc:picChg chg="add mod">
          <ac:chgData name="Booker, Quiera S" userId="19bf8334-6809-4834-a01e-28598a3eca14" providerId="ADAL" clId="{1FB808AE-7BEC-BB43-827B-85D3ADB91D04}" dt="2023-04-17T22:35:43.512" v="4364" actId="1076"/>
          <ac:picMkLst>
            <pc:docMk/>
            <pc:sldMk cId="2350679770" sldId="272"/>
            <ac:picMk id="4098" creationId="{F0B1145C-4D77-9F9E-FD7B-269B4E521E23}"/>
          </ac:picMkLst>
        </pc:picChg>
      </pc:sldChg>
      <pc:sldChg chg="addSp delSp modSp new mod setBg modShow modNotesTx">
        <pc:chgData name="Booker, Quiera S" userId="19bf8334-6809-4834-a01e-28598a3eca14" providerId="ADAL" clId="{1FB808AE-7BEC-BB43-827B-85D3ADB91D04}" dt="2023-04-17T22:37:50.617" v="4670" actId="20577"/>
        <pc:sldMkLst>
          <pc:docMk/>
          <pc:sldMk cId="923452305" sldId="273"/>
        </pc:sldMkLst>
        <pc:spChg chg="mod ord">
          <ac:chgData name="Booker, Quiera S" userId="19bf8334-6809-4834-a01e-28598a3eca14" providerId="ADAL" clId="{1FB808AE-7BEC-BB43-827B-85D3ADB91D04}" dt="2023-04-17T22:37:33.773" v="4600" actId="14100"/>
          <ac:spMkLst>
            <pc:docMk/>
            <pc:sldMk cId="923452305" sldId="273"/>
            <ac:spMk id="2" creationId="{6A793ECC-56DC-3DE9-E6BF-A2092DE65E1A}"/>
          </ac:spMkLst>
        </pc:spChg>
        <pc:spChg chg="del">
          <ac:chgData name="Booker, Quiera S" userId="19bf8334-6809-4834-a01e-28598a3eca14" providerId="ADAL" clId="{1FB808AE-7BEC-BB43-827B-85D3ADB91D04}" dt="2023-04-17T22:37:07.963" v="4571"/>
          <ac:spMkLst>
            <pc:docMk/>
            <pc:sldMk cId="923452305" sldId="273"/>
            <ac:spMk id="3" creationId="{648E224B-0EA0-DBD8-A522-D5F2E6360683}"/>
          </ac:spMkLst>
        </pc:spChg>
        <pc:spChg chg="add del">
          <ac:chgData name="Booker, Quiera S" userId="19bf8334-6809-4834-a01e-28598a3eca14" providerId="ADAL" clId="{1FB808AE-7BEC-BB43-827B-85D3ADB91D04}" dt="2023-04-17T22:37:27.492" v="4594" actId="26606"/>
          <ac:spMkLst>
            <pc:docMk/>
            <pc:sldMk cId="923452305" sldId="273"/>
            <ac:spMk id="5127" creationId="{BD4C0BBB-0042-4603-A226-6117F3FD5B3C}"/>
          </ac:spMkLst>
        </pc:spChg>
        <pc:spChg chg="add del">
          <ac:chgData name="Booker, Quiera S" userId="19bf8334-6809-4834-a01e-28598a3eca14" providerId="ADAL" clId="{1FB808AE-7BEC-BB43-827B-85D3ADB91D04}" dt="2023-04-17T22:37:27.492" v="4594" actId="26606"/>
          <ac:spMkLst>
            <pc:docMk/>
            <pc:sldMk cId="923452305" sldId="273"/>
            <ac:spMk id="5129" creationId="{EC44F520-2598-460E-9F91-B02F60830CA2}"/>
          </ac:spMkLst>
        </pc:spChg>
        <pc:spChg chg="add del">
          <ac:chgData name="Booker, Quiera S" userId="19bf8334-6809-4834-a01e-28598a3eca14" providerId="ADAL" clId="{1FB808AE-7BEC-BB43-827B-85D3ADB91D04}" dt="2023-04-17T22:37:27.492" v="4594" actId="26606"/>
          <ac:spMkLst>
            <pc:docMk/>
            <pc:sldMk cId="923452305" sldId="273"/>
            <ac:spMk id="5131" creationId="{1DBC8414-BE7E-4B6C-A114-B2C3795C883F}"/>
          </ac:spMkLst>
        </pc:spChg>
        <pc:spChg chg="add del">
          <ac:chgData name="Booker, Quiera S" userId="19bf8334-6809-4834-a01e-28598a3eca14" providerId="ADAL" clId="{1FB808AE-7BEC-BB43-827B-85D3ADB91D04}" dt="2023-04-17T22:37:27.492" v="4594" actId="26606"/>
          <ac:spMkLst>
            <pc:docMk/>
            <pc:sldMk cId="923452305" sldId="273"/>
            <ac:spMk id="5133" creationId="{0EC398C5-5C2E-4038-9DB3-DE2B5A9BEFFB}"/>
          </ac:spMkLst>
        </pc:spChg>
        <pc:spChg chg="add del">
          <ac:chgData name="Booker, Quiera S" userId="19bf8334-6809-4834-a01e-28598a3eca14" providerId="ADAL" clId="{1FB808AE-7BEC-BB43-827B-85D3ADB91D04}" dt="2023-04-17T22:37:27.492" v="4594" actId="26606"/>
          <ac:spMkLst>
            <pc:docMk/>
            <pc:sldMk cId="923452305" sldId="273"/>
            <ac:spMk id="5135" creationId="{A2F10B26-073B-4B10-8AAA-161242DD82B0}"/>
          </ac:spMkLst>
        </pc:spChg>
        <pc:spChg chg="add del">
          <ac:chgData name="Booker, Quiera S" userId="19bf8334-6809-4834-a01e-28598a3eca14" providerId="ADAL" clId="{1FB808AE-7BEC-BB43-827B-85D3ADB91D04}" dt="2023-04-17T22:37:27.492" v="4594" actId="26606"/>
          <ac:spMkLst>
            <pc:docMk/>
            <pc:sldMk cId="923452305" sldId="273"/>
            <ac:spMk id="5137" creationId="{610DBBC7-698F-4A54-B1CB-A99F9CC356DF}"/>
          </ac:spMkLst>
        </pc:spChg>
        <pc:spChg chg="add del">
          <ac:chgData name="Booker, Quiera S" userId="19bf8334-6809-4834-a01e-28598a3eca14" providerId="ADAL" clId="{1FB808AE-7BEC-BB43-827B-85D3ADB91D04}" dt="2023-04-17T22:37:27.492" v="4594" actId="26606"/>
          <ac:spMkLst>
            <pc:docMk/>
            <pc:sldMk cId="923452305" sldId="273"/>
            <ac:spMk id="5139" creationId="{DE6E822A-8BCF-432C-83E6-BBE821476CD4}"/>
          </ac:spMkLst>
        </pc:spChg>
        <pc:spChg chg="add">
          <ac:chgData name="Booker, Quiera S" userId="19bf8334-6809-4834-a01e-28598a3eca14" providerId="ADAL" clId="{1FB808AE-7BEC-BB43-827B-85D3ADB91D04}" dt="2023-04-17T22:37:27.492" v="4594" actId="26606"/>
          <ac:spMkLst>
            <pc:docMk/>
            <pc:sldMk cId="923452305" sldId="273"/>
            <ac:spMk id="5144" creationId="{BD4C0BBB-0042-4603-A226-6117F3FD5B3C}"/>
          </ac:spMkLst>
        </pc:spChg>
        <pc:spChg chg="add">
          <ac:chgData name="Booker, Quiera S" userId="19bf8334-6809-4834-a01e-28598a3eca14" providerId="ADAL" clId="{1FB808AE-7BEC-BB43-827B-85D3ADB91D04}" dt="2023-04-17T22:37:27.492" v="4594" actId="26606"/>
          <ac:spMkLst>
            <pc:docMk/>
            <pc:sldMk cId="923452305" sldId="273"/>
            <ac:spMk id="5146" creationId="{EC44F520-2598-460E-9F91-B02F60830CA2}"/>
          </ac:spMkLst>
        </pc:spChg>
        <pc:spChg chg="add">
          <ac:chgData name="Booker, Quiera S" userId="19bf8334-6809-4834-a01e-28598a3eca14" providerId="ADAL" clId="{1FB808AE-7BEC-BB43-827B-85D3ADB91D04}" dt="2023-04-17T22:37:27.492" v="4594" actId="26606"/>
          <ac:spMkLst>
            <pc:docMk/>
            <pc:sldMk cId="923452305" sldId="273"/>
            <ac:spMk id="5148" creationId="{A8384FB5-9ADC-4DDC-881B-597D56F5B15D}"/>
          </ac:spMkLst>
        </pc:spChg>
        <pc:spChg chg="add">
          <ac:chgData name="Booker, Quiera S" userId="19bf8334-6809-4834-a01e-28598a3eca14" providerId="ADAL" clId="{1FB808AE-7BEC-BB43-827B-85D3ADB91D04}" dt="2023-04-17T22:37:27.492" v="4594" actId="26606"/>
          <ac:spMkLst>
            <pc:docMk/>
            <pc:sldMk cId="923452305" sldId="273"/>
            <ac:spMk id="5150" creationId="{0AF57B88-1D4C-41FA-A761-EC1DD10C35CB}"/>
          </ac:spMkLst>
        </pc:spChg>
        <pc:spChg chg="add">
          <ac:chgData name="Booker, Quiera S" userId="19bf8334-6809-4834-a01e-28598a3eca14" providerId="ADAL" clId="{1FB808AE-7BEC-BB43-827B-85D3ADB91D04}" dt="2023-04-17T22:37:27.492" v="4594" actId="26606"/>
          <ac:spMkLst>
            <pc:docMk/>
            <pc:sldMk cId="923452305" sldId="273"/>
            <ac:spMk id="5152" creationId="{D2548F45-5164-4ABB-8212-7F293FDED8D4}"/>
          </ac:spMkLst>
        </pc:spChg>
        <pc:spChg chg="add">
          <ac:chgData name="Booker, Quiera S" userId="19bf8334-6809-4834-a01e-28598a3eca14" providerId="ADAL" clId="{1FB808AE-7BEC-BB43-827B-85D3ADB91D04}" dt="2023-04-17T22:37:27.492" v="4594" actId="26606"/>
          <ac:spMkLst>
            <pc:docMk/>
            <pc:sldMk cId="923452305" sldId="273"/>
            <ac:spMk id="5154" creationId="{5E81CCFB-7BEF-4186-86FB-D09450B4D02D}"/>
          </ac:spMkLst>
        </pc:spChg>
        <pc:picChg chg="add mod">
          <ac:chgData name="Booker, Quiera S" userId="19bf8334-6809-4834-a01e-28598a3eca14" providerId="ADAL" clId="{1FB808AE-7BEC-BB43-827B-85D3ADB91D04}" dt="2023-04-17T22:37:30.420" v="4596" actId="27614"/>
          <ac:picMkLst>
            <pc:docMk/>
            <pc:sldMk cId="923452305" sldId="273"/>
            <ac:picMk id="5122" creationId="{30AD4332-9363-EDCF-6B66-25E2AF58AE2A}"/>
          </ac:picMkLst>
        </pc:picChg>
      </pc:sldChg>
      <pc:sldChg chg="addSp delSp modSp new mod setBg modShow">
        <pc:chgData name="Booker, Quiera S" userId="19bf8334-6809-4834-a01e-28598a3eca14" providerId="ADAL" clId="{1FB808AE-7BEC-BB43-827B-85D3ADB91D04}" dt="2023-04-17T22:40:02.734" v="4881" actId="729"/>
        <pc:sldMkLst>
          <pc:docMk/>
          <pc:sldMk cId="227406805" sldId="274"/>
        </pc:sldMkLst>
        <pc:spChg chg="mod">
          <ac:chgData name="Booker, Quiera S" userId="19bf8334-6809-4834-a01e-28598a3eca14" providerId="ADAL" clId="{1FB808AE-7BEC-BB43-827B-85D3ADB91D04}" dt="2023-04-17T22:39:01.191" v="4725" actId="26606"/>
          <ac:spMkLst>
            <pc:docMk/>
            <pc:sldMk cId="227406805" sldId="274"/>
            <ac:spMk id="2" creationId="{29B3E641-5CEA-D385-D941-390107D18490}"/>
          </ac:spMkLst>
        </pc:spChg>
        <pc:spChg chg="del">
          <ac:chgData name="Booker, Quiera S" userId="19bf8334-6809-4834-a01e-28598a3eca14" providerId="ADAL" clId="{1FB808AE-7BEC-BB43-827B-85D3ADB91D04}" dt="2023-04-17T22:38:13.986" v="4672"/>
          <ac:spMkLst>
            <pc:docMk/>
            <pc:sldMk cId="227406805" sldId="274"/>
            <ac:spMk id="3" creationId="{7DD1EBC0-7726-5F58-8A49-48EA70DDA620}"/>
          </ac:spMkLst>
        </pc:spChg>
        <pc:spChg chg="add mod">
          <ac:chgData name="Booker, Quiera S" userId="19bf8334-6809-4834-a01e-28598a3eca14" providerId="ADAL" clId="{1FB808AE-7BEC-BB43-827B-85D3ADB91D04}" dt="2023-04-17T22:39:27.124" v="4728" actId="962"/>
          <ac:spMkLst>
            <pc:docMk/>
            <pc:sldMk cId="227406805" sldId="274"/>
            <ac:spMk id="4" creationId="{02CA5987-D1F2-0D26-5175-92760DFEC36B}"/>
          </ac:spMkLst>
        </pc:spChg>
        <pc:spChg chg="add mod">
          <ac:chgData name="Booker, Quiera S" userId="19bf8334-6809-4834-a01e-28598a3eca14" providerId="ADAL" clId="{1FB808AE-7BEC-BB43-827B-85D3ADB91D04}" dt="2023-04-17T22:39:58.572" v="4880" actId="20577"/>
          <ac:spMkLst>
            <pc:docMk/>
            <pc:sldMk cId="227406805" sldId="274"/>
            <ac:spMk id="6150" creationId="{8BB4BD56-BBA1-F095-BF5E-88F06DB1A2C7}"/>
          </ac:spMkLst>
        </pc:spChg>
        <pc:spChg chg="add">
          <ac:chgData name="Booker, Quiera S" userId="19bf8334-6809-4834-a01e-28598a3eca14" providerId="ADAL" clId="{1FB808AE-7BEC-BB43-827B-85D3ADB91D04}" dt="2023-04-17T22:39:01.191" v="4725" actId="26606"/>
          <ac:spMkLst>
            <pc:docMk/>
            <pc:sldMk cId="227406805" sldId="274"/>
            <ac:spMk id="6153" creationId="{E3CBB9B1-7B7D-4BA1-A1AF-572168B39539}"/>
          </ac:spMkLst>
        </pc:spChg>
        <pc:spChg chg="add">
          <ac:chgData name="Booker, Quiera S" userId="19bf8334-6809-4834-a01e-28598a3eca14" providerId="ADAL" clId="{1FB808AE-7BEC-BB43-827B-85D3ADB91D04}" dt="2023-04-17T22:39:01.191" v="4725" actId="26606"/>
          <ac:spMkLst>
            <pc:docMk/>
            <pc:sldMk cId="227406805" sldId="274"/>
            <ac:spMk id="6155" creationId="{907741FC-B544-4A6E-B831-6789D042333D}"/>
          </ac:spMkLst>
        </pc:spChg>
        <pc:spChg chg="add">
          <ac:chgData name="Booker, Quiera S" userId="19bf8334-6809-4834-a01e-28598a3eca14" providerId="ADAL" clId="{1FB808AE-7BEC-BB43-827B-85D3ADB91D04}" dt="2023-04-17T22:39:01.191" v="4725" actId="26606"/>
          <ac:spMkLst>
            <pc:docMk/>
            <pc:sldMk cId="227406805" sldId="274"/>
            <ac:spMk id="6157" creationId="{3F0BE7ED-7814-4273-B18A-F26CC0380380}"/>
          </ac:spMkLst>
        </pc:spChg>
        <pc:picChg chg="add mod">
          <ac:chgData name="Booker, Quiera S" userId="19bf8334-6809-4834-a01e-28598a3eca14" providerId="ADAL" clId="{1FB808AE-7BEC-BB43-827B-85D3ADB91D04}" dt="2023-04-17T22:39:27.122" v="4727" actId="27614"/>
          <ac:picMkLst>
            <pc:docMk/>
            <pc:sldMk cId="227406805" sldId="274"/>
            <ac:picMk id="6146" creationId="{D657A96A-7EBE-8B0D-6DCC-451E530DB6F4}"/>
          </ac:picMkLst>
        </pc:picChg>
      </pc:sldChg>
      <pc:sldChg chg="addSp delSp modSp new mod setBg modNotesTx">
        <pc:chgData name="Booker, Quiera S" userId="19bf8334-6809-4834-a01e-28598a3eca14" providerId="ADAL" clId="{1FB808AE-7BEC-BB43-827B-85D3ADB91D04}" dt="2023-04-17T23:11:52.925" v="6237"/>
        <pc:sldMkLst>
          <pc:docMk/>
          <pc:sldMk cId="186200656" sldId="275"/>
        </pc:sldMkLst>
        <pc:spChg chg="mod">
          <ac:chgData name="Booker, Quiera S" userId="19bf8334-6809-4834-a01e-28598a3eca14" providerId="ADAL" clId="{1FB808AE-7BEC-BB43-827B-85D3ADB91D04}" dt="2023-04-17T23:10:54.339" v="6228" actId="403"/>
          <ac:spMkLst>
            <pc:docMk/>
            <pc:sldMk cId="186200656" sldId="275"/>
            <ac:spMk id="2" creationId="{8128C382-0E4C-7A21-9229-4C8A0F3AA65C}"/>
          </ac:spMkLst>
        </pc:spChg>
        <pc:spChg chg="del mod">
          <ac:chgData name="Booker, Quiera S" userId="19bf8334-6809-4834-a01e-28598a3eca14" providerId="ADAL" clId="{1FB808AE-7BEC-BB43-827B-85D3ADB91D04}" dt="2023-04-17T23:10:47.272" v="6224" actId="26606"/>
          <ac:spMkLst>
            <pc:docMk/>
            <pc:sldMk cId="186200656" sldId="275"/>
            <ac:spMk id="3" creationId="{FB5510B2-EF3F-2984-5F9D-73CD64DD63C3}"/>
          </ac:spMkLst>
        </pc:spChg>
        <pc:spChg chg="add">
          <ac:chgData name="Booker, Quiera S" userId="19bf8334-6809-4834-a01e-28598a3eca14" providerId="ADAL" clId="{1FB808AE-7BEC-BB43-827B-85D3ADB91D04}" dt="2023-04-17T23:10:47.272" v="6224" actId="26606"/>
          <ac:spMkLst>
            <pc:docMk/>
            <pc:sldMk cId="186200656" sldId="275"/>
            <ac:spMk id="9" creationId="{E383CC5D-71E8-4CB2-8E4A-F1E4FF6DC9D6}"/>
          </ac:spMkLst>
        </pc:spChg>
        <pc:spChg chg="add">
          <ac:chgData name="Booker, Quiera S" userId="19bf8334-6809-4834-a01e-28598a3eca14" providerId="ADAL" clId="{1FB808AE-7BEC-BB43-827B-85D3ADB91D04}" dt="2023-04-17T23:10:47.272" v="6224" actId="26606"/>
          <ac:spMkLst>
            <pc:docMk/>
            <pc:sldMk cId="186200656" sldId="275"/>
            <ac:spMk id="11" creationId="{E2DA5AC1-43C5-4243-9028-07DBB80D0C95}"/>
          </ac:spMkLst>
        </pc:spChg>
        <pc:spChg chg="add">
          <ac:chgData name="Booker, Quiera S" userId="19bf8334-6809-4834-a01e-28598a3eca14" providerId="ADAL" clId="{1FB808AE-7BEC-BB43-827B-85D3ADB91D04}" dt="2023-04-17T23:10:47.272" v="6224" actId="26606"/>
          <ac:spMkLst>
            <pc:docMk/>
            <pc:sldMk cId="186200656" sldId="275"/>
            <ac:spMk id="13" creationId="{8A4EDA1C-27A1-4C83-ACE4-6675EC9245B1}"/>
          </ac:spMkLst>
        </pc:spChg>
        <pc:spChg chg="add">
          <ac:chgData name="Booker, Quiera S" userId="19bf8334-6809-4834-a01e-28598a3eca14" providerId="ADAL" clId="{1FB808AE-7BEC-BB43-827B-85D3ADB91D04}" dt="2023-04-17T23:10:47.272" v="6224" actId="26606"/>
          <ac:spMkLst>
            <pc:docMk/>
            <pc:sldMk cId="186200656" sldId="275"/>
            <ac:spMk id="15" creationId="{1C2185E4-B584-4B9D-9440-DEA0FB9D94DF}"/>
          </ac:spMkLst>
        </pc:spChg>
        <pc:spChg chg="add">
          <ac:chgData name="Booker, Quiera S" userId="19bf8334-6809-4834-a01e-28598a3eca14" providerId="ADAL" clId="{1FB808AE-7BEC-BB43-827B-85D3ADB91D04}" dt="2023-04-17T23:10:47.272" v="6224" actId="26606"/>
          <ac:spMkLst>
            <pc:docMk/>
            <pc:sldMk cId="186200656" sldId="275"/>
            <ac:spMk id="17" creationId="{FF33EC8A-EE0A-4395-97E2-DAD467CF734C}"/>
          </ac:spMkLst>
        </pc:spChg>
        <pc:spChg chg="add">
          <ac:chgData name="Booker, Quiera S" userId="19bf8334-6809-4834-a01e-28598a3eca14" providerId="ADAL" clId="{1FB808AE-7BEC-BB43-827B-85D3ADB91D04}" dt="2023-04-17T23:10:47.272" v="6224" actId="26606"/>
          <ac:spMkLst>
            <pc:docMk/>
            <pc:sldMk cId="186200656" sldId="275"/>
            <ac:spMk id="19" creationId="{FF85DA95-16A4-404E-9BFF-27F8E4FC78AA}"/>
          </ac:spMkLst>
        </pc:spChg>
        <pc:graphicFrameChg chg="add mod modGraphic">
          <ac:chgData name="Booker, Quiera S" userId="19bf8334-6809-4834-a01e-28598a3eca14" providerId="ADAL" clId="{1FB808AE-7BEC-BB43-827B-85D3ADB91D04}" dt="2023-04-17T23:11:27.722" v="6234" actId="403"/>
          <ac:graphicFrameMkLst>
            <pc:docMk/>
            <pc:sldMk cId="186200656" sldId="275"/>
            <ac:graphicFrameMk id="5" creationId="{1E0A5C2B-0F2C-C504-9DD1-7CAAFCE28D60}"/>
          </ac:graphicFrameMkLst>
        </pc:graphicFrameChg>
      </pc:sldChg>
      <pc:sldMasterChg chg="add del addSldLayout delSldLayout">
        <pc:chgData name="Booker, Quiera S" userId="19bf8334-6809-4834-a01e-28598a3eca14" providerId="ADAL" clId="{1FB808AE-7BEC-BB43-827B-85D3ADB91D04}" dt="2023-04-17T20:38:21.269" v="155" actId="26606"/>
        <pc:sldMasterMkLst>
          <pc:docMk/>
          <pc:sldMasterMk cId="3420266612" sldId="2147483672"/>
        </pc:sldMasterMkLst>
        <pc:sldLayoutChg chg="add del">
          <pc:chgData name="Booker, Quiera S" userId="19bf8334-6809-4834-a01e-28598a3eca14" providerId="ADAL" clId="{1FB808AE-7BEC-BB43-827B-85D3ADB91D04}" dt="2023-04-17T20:38:21.269" v="155" actId="26606"/>
          <pc:sldLayoutMkLst>
            <pc:docMk/>
            <pc:sldMasterMk cId="3420266612" sldId="2147483672"/>
            <pc:sldLayoutMk cId="1169338790" sldId="2147483673"/>
          </pc:sldLayoutMkLst>
        </pc:sldLayoutChg>
        <pc:sldLayoutChg chg="add del">
          <pc:chgData name="Booker, Quiera S" userId="19bf8334-6809-4834-a01e-28598a3eca14" providerId="ADAL" clId="{1FB808AE-7BEC-BB43-827B-85D3ADB91D04}" dt="2023-04-17T20:38:21.269" v="155" actId="26606"/>
          <pc:sldLayoutMkLst>
            <pc:docMk/>
            <pc:sldMasterMk cId="3420266612" sldId="2147483672"/>
            <pc:sldLayoutMk cId="2366059882" sldId="2147483674"/>
          </pc:sldLayoutMkLst>
        </pc:sldLayoutChg>
        <pc:sldLayoutChg chg="add del">
          <pc:chgData name="Booker, Quiera S" userId="19bf8334-6809-4834-a01e-28598a3eca14" providerId="ADAL" clId="{1FB808AE-7BEC-BB43-827B-85D3ADB91D04}" dt="2023-04-17T20:38:21.269" v="155" actId="26606"/>
          <pc:sldLayoutMkLst>
            <pc:docMk/>
            <pc:sldMasterMk cId="3420266612" sldId="2147483672"/>
            <pc:sldLayoutMk cId="2887823925" sldId="2147483675"/>
          </pc:sldLayoutMkLst>
        </pc:sldLayoutChg>
        <pc:sldLayoutChg chg="add del">
          <pc:chgData name="Booker, Quiera S" userId="19bf8334-6809-4834-a01e-28598a3eca14" providerId="ADAL" clId="{1FB808AE-7BEC-BB43-827B-85D3ADB91D04}" dt="2023-04-17T20:38:21.269" v="155" actId="26606"/>
          <pc:sldLayoutMkLst>
            <pc:docMk/>
            <pc:sldMasterMk cId="3420266612" sldId="2147483672"/>
            <pc:sldLayoutMk cId="1979106566" sldId="2147483676"/>
          </pc:sldLayoutMkLst>
        </pc:sldLayoutChg>
        <pc:sldLayoutChg chg="add del">
          <pc:chgData name="Booker, Quiera S" userId="19bf8334-6809-4834-a01e-28598a3eca14" providerId="ADAL" clId="{1FB808AE-7BEC-BB43-827B-85D3ADB91D04}" dt="2023-04-17T20:38:21.269" v="155" actId="26606"/>
          <pc:sldLayoutMkLst>
            <pc:docMk/>
            <pc:sldMasterMk cId="3420266612" sldId="2147483672"/>
            <pc:sldLayoutMk cId="180193382" sldId="2147483677"/>
          </pc:sldLayoutMkLst>
        </pc:sldLayoutChg>
        <pc:sldLayoutChg chg="add del">
          <pc:chgData name="Booker, Quiera S" userId="19bf8334-6809-4834-a01e-28598a3eca14" providerId="ADAL" clId="{1FB808AE-7BEC-BB43-827B-85D3ADB91D04}" dt="2023-04-17T20:38:21.269" v="155" actId="26606"/>
          <pc:sldLayoutMkLst>
            <pc:docMk/>
            <pc:sldMasterMk cId="3420266612" sldId="2147483672"/>
            <pc:sldLayoutMk cId="3207005919" sldId="2147483678"/>
          </pc:sldLayoutMkLst>
        </pc:sldLayoutChg>
        <pc:sldLayoutChg chg="add del">
          <pc:chgData name="Booker, Quiera S" userId="19bf8334-6809-4834-a01e-28598a3eca14" providerId="ADAL" clId="{1FB808AE-7BEC-BB43-827B-85D3ADB91D04}" dt="2023-04-17T20:38:21.269" v="155" actId="26606"/>
          <pc:sldLayoutMkLst>
            <pc:docMk/>
            <pc:sldMasterMk cId="3420266612" sldId="2147483672"/>
            <pc:sldLayoutMk cId="1810565967" sldId="2147483679"/>
          </pc:sldLayoutMkLst>
        </pc:sldLayoutChg>
        <pc:sldLayoutChg chg="add del">
          <pc:chgData name="Booker, Quiera S" userId="19bf8334-6809-4834-a01e-28598a3eca14" providerId="ADAL" clId="{1FB808AE-7BEC-BB43-827B-85D3ADB91D04}" dt="2023-04-17T20:38:21.269" v="155" actId="26606"/>
          <pc:sldLayoutMkLst>
            <pc:docMk/>
            <pc:sldMasterMk cId="3420266612" sldId="2147483672"/>
            <pc:sldLayoutMk cId="4159167708" sldId="2147483680"/>
          </pc:sldLayoutMkLst>
        </pc:sldLayoutChg>
        <pc:sldLayoutChg chg="add del">
          <pc:chgData name="Booker, Quiera S" userId="19bf8334-6809-4834-a01e-28598a3eca14" providerId="ADAL" clId="{1FB808AE-7BEC-BB43-827B-85D3ADB91D04}" dt="2023-04-17T20:38:21.269" v="155" actId="26606"/>
          <pc:sldLayoutMkLst>
            <pc:docMk/>
            <pc:sldMasterMk cId="3420266612" sldId="2147483672"/>
            <pc:sldLayoutMk cId="440690481" sldId="2147483681"/>
          </pc:sldLayoutMkLst>
        </pc:sldLayoutChg>
        <pc:sldLayoutChg chg="add del">
          <pc:chgData name="Booker, Quiera S" userId="19bf8334-6809-4834-a01e-28598a3eca14" providerId="ADAL" clId="{1FB808AE-7BEC-BB43-827B-85D3ADB91D04}" dt="2023-04-17T20:38:21.269" v="155" actId="26606"/>
          <pc:sldLayoutMkLst>
            <pc:docMk/>
            <pc:sldMasterMk cId="3420266612" sldId="2147483672"/>
            <pc:sldLayoutMk cId="2782423751" sldId="2147483682"/>
          </pc:sldLayoutMkLst>
        </pc:sldLayoutChg>
        <pc:sldLayoutChg chg="add del">
          <pc:chgData name="Booker, Quiera S" userId="19bf8334-6809-4834-a01e-28598a3eca14" providerId="ADAL" clId="{1FB808AE-7BEC-BB43-827B-85D3ADB91D04}" dt="2023-04-17T20:38:21.269" v="155" actId="26606"/>
          <pc:sldLayoutMkLst>
            <pc:docMk/>
            <pc:sldMasterMk cId="3420266612" sldId="2147483672"/>
            <pc:sldLayoutMk cId="3591491548" sldId="2147483683"/>
          </pc:sldLayoutMkLst>
        </pc:sldLayoutChg>
      </pc:sldMasterChg>
      <pc:sldMasterChg chg="add del addSldLayout delSldLayout">
        <pc:chgData name="Booker, Quiera S" userId="19bf8334-6809-4834-a01e-28598a3eca14" providerId="ADAL" clId="{1FB808AE-7BEC-BB43-827B-85D3ADB91D04}" dt="2023-04-17T20:38:21.269" v="155" actId="26606"/>
        <pc:sldMasterMkLst>
          <pc:docMk/>
          <pc:sldMasterMk cId="2493323624" sldId="2147483707"/>
        </pc:sldMasterMkLst>
        <pc:sldLayoutChg chg="add del">
          <pc:chgData name="Booker, Quiera S" userId="19bf8334-6809-4834-a01e-28598a3eca14" providerId="ADAL" clId="{1FB808AE-7BEC-BB43-827B-85D3ADB91D04}" dt="2023-04-17T20:38:21.269" v="155" actId="26606"/>
          <pc:sldLayoutMkLst>
            <pc:docMk/>
            <pc:sldMasterMk cId="2493323624" sldId="2147483707"/>
            <pc:sldLayoutMk cId="3580141044" sldId="2147483696"/>
          </pc:sldLayoutMkLst>
        </pc:sldLayoutChg>
        <pc:sldLayoutChg chg="add del">
          <pc:chgData name="Booker, Quiera S" userId="19bf8334-6809-4834-a01e-28598a3eca14" providerId="ADAL" clId="{1FB808AE-7BEC-BB43-827B-85D3ADB91D04}" dt="2023-04-17T20:38:21.269" v="155" actId="26606"/>
          <pc:sldLayoutMkLst>
            <pc:docMk/>
            <pc:sldMasterMk cId="2493323624" sldId="2147483707"/>
            <pc:sldLayoutMk cId="1649300912" sldId="2147483697"/>
          </pc:sldLayoutMkLst>
        </pc:sldLayoutChg>
        <pc:sldLayoutChg chg="add del">
          <pc:chgData name="Booker, Quiera S" userId="19bf8334-6809-4834-a01e-28598a3eca14" providerId="ADAL" clId="{1FB808AE-7BEC-BB43-827B-85D3ADB91D04}" dt="2023-04-17T20:38:21.269" v="155" actId="26606"/>
          <pc:sldLayoutMkLst>
            <pc:docMk/>
            <pc:sldMasterMk cId="2493323624" sldId="2147483707"/>
            <pc:sldLayoutMk cId="805859164" sldId="2147483698"/>
          </pc:sldLayoutMkLst>
        </pc:sldLayoutChg>
        <pc:sldLayoutChg chg="add del">
          <pc:chgData name="Booker, Quiera S" userId="19bf8334-6809-4834-a01e-28598a3eca14" providerId="ADAL" clId="{1FB808AE-7BEC-BB43-827B-85D3ADB91D04}" dt="2023-04-17T20:38:21.269" v="155" actId="26606"/>
          <pc:sldLayoutMkLst>
            <pc:docMk/>
            <pc:sldMasterMk cId="2493323624" sldId="2147483707"/>
            <pc:sldLayoutMk cId="1066862819" sldId="2147483699"/>
          </pc:sldLayoutMkLst>
        </pc:sldLayoutChg>
        <pc:sldLayoutChg chg="add del">
          <pc:chgData name="Booker, Quiera S" userId="19bf8334-6809-4834-a01e-28598a3eca14" providerId="ADAL" clId="{1FB808AE-7BEC-BB43-827B-85D3ADB91D04}" dt="2023-04-17T20:38:21.269" v="155" actId="26606"/>
          <pc:sldLayoutMkLst>
            <pc:docMk/>
            <pc:sldMasterMk cId="2493323624" sldId="2147483707"/>
            <pc:sldLayoutMk cId="606935748" sldId="2147483700"/>
          </pc:sldLayoutMkLst>
        </pc:sldLayoutChg>
        <pc:sldLayoutChg chg="add del">
          <pc:chgData name="Booker, Quiera S" userId="19bf8334-6809-4834-a01e-28598a3eca14" providerId="ADAL" clId="{1FB808AE-7BEC-BB43-827B-85D3ADB91D04}" dt="2023-04-17T20:38:21.269" v="155" actId="26606"/>
          <pc:sldLayoutMkLst>
            <pc:docMk/>
            <pc:sldMasterMk cId="2493323624" sldId="2147483707"/>
            <pc:sldLayoutMk cId="1419426510" sldId="2147483701"/>
          </pc:sldLayoutMkLst>
        </pc:sldLayoutChg>
        <pc:sldLayoutChg chg="add del">
          <pc:chgData name="Booker, Quiera S" userId="19bf8334-6809-4834-a01e-28598a3eca14" providerId="ADAL" clId="{1FB808AE-7BEC-BB43-827B-85D3ADB91D04}" dt="2023-04-17T20:38:21.269" v="155" actId="26606"/>
          <pc:sldLayoutMkLst>
            <pc:docMk/>
            <pc:sldMasterMk cId="2493323624" sldId="2147483707"/>
            <pc:sldLayoutMk cId="3842778613" sldId="2147483702"/>
          </pc:sldLayoutMkLst>
        </pc:sldLayoutChg>
        <pc:sldLayoutChg chg="add del">
          <pc:chgData name="Booker, Quiera S" userId="19bf8334-6809-4834-a01e-28598a3eca14" providerId="ADAL" clId="{1FB808AE-7BEC-BB43-827B-85D3ADB91D04}" dt="2023-04-17T20:38:21.269" v="155" actId="26606"/>
          <pc:sldLayoutMkLst>
            <pc:docMk/>
            <pc:sldMasterMk cId="2493323624" sldId="2147483707"/>
            <pc:sldLayoutMk cId="3000676793" sldId="2147483703"/>
          </pc:sldLayoutMkLst>
        </pc:sldLayoutChg>
        <pc:sldLayoutChg chg="add del">
          <pc:chgData name="Booker, Quiera S" userId="19bf8334-6809-4834-a01e-28598a3eca14" providerId="ADAL" clId="{1FB808AE-7BEC-BB43-827B-85D3ADB91D04}" dt="2023-04-17T20:38:21.269" v="155" actId="26606"/>
          <pc:sldLayoutMkLst>
            <pc:docMk/>
            <pc:sldMasterMk cId="2493323624" sldId="2147483707"/>
            <pc:sldLayoutMk cId="4185315136" sldId="2147483704"/>
          </pc:sldLayoutMkLst>
        </pc:sldLayoutChg>
        <pc:sldLayoutChg chg="add del">
          <pc:chgData name="Booker, Quiera S" userId="19bf8334-6809-4834-a01e-28598a3eca14" providerId="ADAL" clId="{1FB808AE-7BEC-BB43-827B-85D3ADB91D04}" dt="2023-04-17T20:38:21.269" v="155" actId="26606"/>
          <pc:sldLayoutMkLst>
            <pc:docMk/>
            <pc:sldMasterMk cId="2493323624" sldId="2147483707"/>
            <pc:sldLayoutMk cId="2603224673" sldId="2147483705"/>
          </pc:sldLayoutMkLst>
        </pc:sldLayoutChg>
        <pc:sldLayoutChg chg="add del">
          <pc:chgData name="Booker, Quiera S" userId="19bf8334-6809-4834-a01e-28598a3eca14" providerId="ADAL" clId="{1FB808AE-7BEC-BB43-827B-85D3ADB91D04}" dt="2023-04-17T20:38:21.269" v="155" actId="26606"/>
          <pc:sldLayoutMkLst>
            <pc:docMk/>
            <pc:sldMasterMk cId="2493323624" sldId="2147483707"/>
            <pc:sldLayoutMk cId="1702013434" sldId="2147483706"/>
          </pc:sldLayoutMkLst>
        </pc:sldLayoutChg>
      </pc:sldMasterChg>
      <pc:sldMasterChg chg="add del addSldLayout delSldLayout">
        <pc:chgData name="Booker, Quiera S" userId="19bf8334-6809-4834-a01e-28598a3eca14" providerId="ADAL" clId="{1FB808AE-7BEC-BB43-827B-85D3ADB91D04}" dt="2023-04-17T20:38:21.221" v="154" actId="26606"/>
        <pc:sldMasterMkLst>
          <pc:docMk/>
          <pc:sldMasterMk cId="2496063162" sldId="2147483720"/>
        </pc:sldMasterMkLst>
        <pc:sldLayoutChg chg="add del">
          <pc:chgData name="Booker, Quiera S" userId="19bf8334-6809-4834-a01e-28598a3eca14" providerId="ADAL" clId="{1FB808AE-7BEC-BB43-827B-85D3ADB91D04}" dt="2023-04-17T20:38:21.221" v="154" actId="26606"/>
          <pc:sldLayoutMkLst>
            <pc:docMk/>
            <pc:sldMasterMk cId="2496063162" sldId="2147483720"/>
            <pc:sldLayoutMk cId="1095599557" sldId="2147483709"/>
          </pc:sldLayoutMkLst>
        </pc:sldLayoutChg>
        <pc:sldLayoutChg chg="add del">
          <pc:chgData name="Booker, Quiera S" userId="19bf8334-6809-4834-a01e-28598a3eca14" providerId="ADAL" clId="{1FB808AE-7BEC-BB43-827B-85D3ADB91D04}" dt="2023-04-17T20:38:21.221" v="154" actId="26606"/>
          <pc:sldLayoutMkLst>
            <pc:docMk/>
            <pc:sldMasterMk cId="2496063162" sldId="2147483720"/>
            <pc:sldLayoutMk cId="3855922425" sldId="2147483710"/>
          </pc:sldLayoutMkLst>
        </pc:sldLayoutChg>
        <pc:sldLayoutChg chg="add del">
          <pc:chgData name="Booker, Quiera S" userId="19bf8334-6809-4834-a01e-28598a3eca14" providerId="ADAL" clId="{1FB808AE-7BEC-BB43-827B-85D3ADB91D04}" dt="2023-04-17T20:38:21.221" v="154" actId="26606"/>
          <pc:sldLayoutMkLst>
            <pc:docMk/>
            <pc:sldMasterMk cId="2496063162" sldId="2147483720"/>
            <pc:sldLayoutMk cId="2352281641" sldId="2147483711"/>
          </pc:sldLayoutMkLst>
        </pc:sldLayoutChg>
        <pc:sldLayoutChg chg="add del">
          <pc:chgData name="Booker, Quiera S" userId="19bf8334-6809-4834-a01e-28598a3eca14" providerId="ADAL" clId="{1FB808AE-7BEC-BB43-827B-85D3ADB91D04}" dt="2023-04-17T20:38:21.221" v="154" actId="26606"/>
          <pc:sldLayoutMkLst>
            <pc:docMk/>
            <pc:sldMasterMk cId="2496063162" sldId="2147483720"/>
            <pc:sldLayoutMk cId="1953151544" sldId="2147483712"/>
          </pc:sldLayoutMkLst>
        </pc:sldLayoutChg>
        <pc:sldLayoutChg chg="add del">
          <pc:chgData name="Booker, Quiera S" userId="19bf8334-6809-4834-a01e-28598a3eca14" providerId="ADAL" clId="{1FB808AE-7BEC-BB43-827B-85D3ADB91D04}" dt="2023-04-17T20:38:21.221" v="154" actId="26606"/>
          <pc:sldLayoutMkLst>
            <pc:docMk/>
            <pc:sldMasterMk cId="2496063162" sldId="2147483720"/>
            <pc:sldLayoutMk cId="474094041" sldId="2147483713"/>
          </pc:sldLayoutMkLst>
        </pc:sldLayoutChg>
        <pc:sldLayoutChg chg="add del">
          <pc:chgData name="Booker, Quiera S" userId="19bf8334-6809-4834-a01e-28598a3eca14" providerId="ADAL" clId="{1FB808AE-7BEC-BB43-827B-85D3ADB91D04}" dt="2023-04-17T20:38:21.221" v="154" actId="26606"/>
          <pc:sldLayoutMkLst>
            <pc:docMk/>
            <pc:sldMasterMk cId="2496063162" sldId="2147483720"/>
            <pc:sldLayoutMk cId="1975314664" sldId="2147483714"/>
          </pc:sldLayoutMkLst>
        </pc:sldLayoutChg>
        <pc:sldLayoutChg chg="add del">
          <pc:chgData name="Booker, Quiera S" userId="19bf8334-6809-4834-a01e-28598a3eca14" providerId="ADAL" clId="{1FB808AE-7BEC-BB43-827B-85D3ADB91D04}" dt="2023-04-17T20:38:21.221" v="154" actId="26606"/>
          <pc:sldLayoutMkLst>
            <pc:docMk/>
            <pc:sldMasterMk cId="2496063162" sldId="2147483720"/>
            <pc:sldLayoutMk cId="141115428" sldId="2147483715"/>
          </pc:sldLayoutMkLst>
        </pc:sldLayoutChg>
        <pc:sldLayoutChg chg="add del">
          <pc:chgData name="Booker, Quiera S" userId="19bf8334-6809-4834-a01e-28598a3eca14" providerId="ADAL" clId="{1FB808AE-7BEC-BB43-827B-85D3ADB91D04}" dt="2023-04-17T20:38:21.221" v="154" actId="26606"/>
          <pc:sldLayoutMkLst>
            <pc:docMk/>
            <pc:sldMasterMk cId="2496063162" sldId="2147483720"/>
            <pc:sldLayoutMk cId="289474537" sldId="2147483716"/>
          </pc:sldLayoutMkLst>
        </pc:sldLayoutChg>
        <pc:sldLayoutChg chg="add del">
          <pc:chgData name="Booker, Quiera S" userId="19bf8334-6809-4834-a01e-28598a3eca14" providerId="ADAL" clId="{1FB808AE-7BEC-BB43-827B-85D3ADB91D04}" dt="2023-04-17T20:38:21.221" v="154" actId="26606"/>
          <pc:sldLayoutMkLst>
            <pc:docMk/>
            <pc:sldMasterMk cId="2496063162" sldId="2147483720"/>
            <pc:sldLayoutMk cId="1003406912" sldId="2147483717"/>
          </pc:sldLayoutMkLst>
        </pc:sldLayoutChg>
        <pc:sldLayoutChg chg="add del">
          <pc:chgData name="Booker, Quiera S" userId="19bf8334-6809-4834-a01e-28598a3eca14" providerId="ADAL" clId="{1FB808AE-7BEC-BB43-827B-85D3ADB91D04}" dt="2023-04-17T20:38:21.221" v="154" actId="26606"/>
          <pc:sldLayoutMkLst>
            <pc:docMk/>
            <pc:sldMasterMk cId="2496063162" sldId="2147483720"/>
            <pc:sldLayoutMk cId="926970078" sldId="2147483718"/>
          </pc:sldLayoutMkLst>
        </pc:sldLayoutChg>
        <pc:sldLayoutChg chg="add del">
          <pc:chgData name="Booker, Quiera S" userId="19bf8334-6809-4834-a01e-28598a3eca14" providerId="ADAL" clId="{1FB808AE-7BEC-BB43-827B-85D3ADB91D04}" dt="2023-04-17T20:38:21.221" v="154" actId="26606"/>
          <pc:sldLayoutMkLst>
            <pc:docMk/>
            <pc:sldMasterMk cId="2496063162" sldId="2147483720"/>
            <pc:sldLayoutMk cId="79706259" sldId="2147483719"/>
          </pc:sldLayoutMkLst>
        </pc:sldLayoutChg>
      </pc:sldMasterChg>
      <pc:sldMasterChg chg="add del addSldLayout delSldLayout">
        <pc:chgData name="Booker, Quiera S" userId="19bf8334-6809-4834-a01e-28598a3eca14" providerId="ADAL" clId="{1FB808AE-7BEC-BB43-827B-85D3ADB91D04}" dt="2023-04-17T20:38:16.773" v="150" actId="26606"/>
        <pc:sldMasterMkLst>
          <pc:docMk/>
          <pc:sldMasterMk cId="4093149946" sldId="2147483759"/>
        </pc:sldMasterMkLst>
        <pc:sldLayoutChg chg="add del">
          <pc:chgData name="Booker, Quiera S" userId="19bf8334-6809-4834-a01e-28598a3eca14" providerId="ADAL" clId="{1FB808AE-7BEC-BB43-827B-85D3ADB91D04}" dt="2023-04-17T20:38:16.773" v="150" actId="26606"/>
          <pc:sldLayoutMkLst>
            <pc:docMk/>
            <pc:sldMasterMk cId="4093149946" sldId="2147483759"/>
            <pc:sldLayoutMk cId="377044152" sldId="2147483748"/>
          </pc:sldLayoutMkLst>
        </pc:sldLayoutChg>
        <pc:sldLayoutChg chg="add del">
          <pc:chgData name="Booker, Quiera S" userId="19bf8334-6809-4834-a01e-28598a3eca14" providerId="ADAL" clId="{1FB808AE-7BEC-BB43-827B-85D3ADB91D04}" dt="2023-04-17T20:38:16.773" v="150" actId="26606"/>
          <pc:sldLayoutMkLst>
            <pc:docMk/>
            <pc:sldMasterMk cId="4093149946" sldId="2147483759"/>
            <pc:sldLayoutMk cId="1547199150" sldId="2147483749"/>
          </pc:sldLayoutMkLst>
        </pc:sldLayoutChg>
        <pc:sldLayoutChg chg="add del">
          <pc:chgData name="Booker, Quiera S" userId="19bf8334-6809-4834-a01e-28598a3eca14" providerId="ADAL" clId="{1FB808AE-7BEC-BB43-827B-85D3ADB91D04}" dt="2023-04-17T20:38:16.773" v="150" actId="26606"/>
          <pc:sldLayoutMkLst>
            <pc:docMk/>
            <pc:sldMasterMk cId="4093149946" sldId="2147483759"/>
            <pc:sldLayoutMk cId="2798473298" sldId="2147483750"/>
          </pc:sldLayoutMkLst>
        </pc:sldLayoutChg>
        <pc:sldLayoutChg chg="add del">
          <pc:chgData name="Booker, Quiera S" userId="19bf8334-6809-4834-a01e-28598a3eca14" providerId="ADAL" clId="{1FB808AE-7BEC-BB43-827B-85D3ADB91D04}" dt="2023-04-17T20:38:16.773" v="150" actId="26606"/>
          <pc:sldLayoutMkLst>
            <pc:docMk/>
            <pc:sldMasterMk cId="4093149946" sldId="2147483759"/>
            <pc:sldLayoutMk cId="2309455128" sldId="2147483751"/>
          </pc:sldLayoutMkLst>
        </pc:sldLayoutChg>
        <pc:sldLayoutChg chg="add del">
          <pc:chgData name="Booker, Quiera S" userId="19bf8334-6809-4834-a01e-28598a3eca14" providerId="ADAL" clId="{1FB808AE-7BEC-BB43-827B-85D3ADB91D04}" dt="2023-04-17T20:38:16.773" v="150" actId="26606"/>
          <pc:sldLayoutMkLst>
            <pc:docMk/>
            <pc:sldMasterMk cId="4093149946" sldId="2147483759"/>
            <pc:sldLayoutMk cId="2136067018" sldId="2147483752"/>
          </pc:sldLayoutMkLst>
        </pc:sldLayoutChg>
        <pc:sldLayoutChg chg="add del">
          <pc:chgData name="Booker, Quiera S" userId="19bf8334-6809-4834-a01e-28598a3eca14" providerId="ADAL" clId="{1FB808AE-7BEC-BB43-827B-85D3ADB91D04}" dt="2023-04-17T20:38:16.773" v="150" actId="26606"/>
          <pc:sldLayoutMkLst>
            <pc:docMk/>
            <pc:sldMasterMk cId="4093149946" sldId="2147483759"/>
            <pc:sldLayoutMk cId="2086756400" sldId="2147483753"/>
          </pc:sldLayoutMkLst>
        </pc:sldLayoutChg>
        <pc:sldLayoutChg chg="add del">
          <pc:chgData name="Booker, Quiera S" userId="19bf8334-6809-4834-a01e-28598a3eca14" providerId="ADAL" clId="{1FB808AE-7BEC-BB43-827B-85D3ADB91D04}" dt="2023-04-17T20:38:16.773" v="150" actId="26606"/>
          <pc:sldLayoutMkLst>
            <pc:docMk/>
            <pc:sldMasterMk cId="4093149946" sldId="2147483759"/>
            <pc:sldLayoutMk cId="992407742" sldId="2147483754"/>
          </pc:sldLayoutMkLst>
        </pc:sldLayoutChg>
        <pc:sldLayoutChg chg="add del">
          <pc:chgData name="Booker, Quiera S" userId="19bf8334-6809-4834-a01e-28598a3eca14" providerId="ADAL" clId="{1FB808AE-7BEC-BB43-827B-85D3ADB91D04}" dt="2023-04-17T20:38:16.773" v="150" actId="26606"/>
          <pc:sldLayoutMkLst>
            <pc:docMk/>
            <pc:sldMasterMk cId="4093149946" sldId="2147483759"/>
            <pc:sldLayoutMk cId="2512596188" sldId="2147483755"/>
          </pc:sldLayoutMkLst>
        </pc:sldLayoutChg>
        <pc:sldLayoutChg chg="add del">
          <pc:chgData name="Booker, Quiera S" userId="19bf8334-6809-4834-a01e-28598a3eca14" providerId="ADAL" clId="{1FB808AE-7BEC-BB43-827B-85D3ADB91D04}" dt="2023-04-17T20:38:16.773" v="150" actId="26606"/>
          <pc:sldLayoutMkLst>
            <pc:docMk/>
            <pc:sldMasterMk cId="4093149946" sldId="2147483759"/>
            <pc:sldLayoutMk cId="1465635688" sldId="2147483756"/>
          </pc:sldLayoutMkLst>
        </pc:sldLayoutChg>
        <pc:sldLayoutChg chg="add del">
          <pc:chgData name="Booker, Quiera S" userId="19bf8334-6809-4834-a01e-28598a3eca14" providerId="ADAL" clId="{1FB808AE-7BEC-BB43-827B-85D3ADB91D04}" dt="2023-04-17T20:38:16.773" v="150" actId="26606"/>
          <pc:sldLayoutMkLst>
            <pc:docMk/>
            <pc:sldMasterMk cId="4093149946" sldId="2147483759"/>
            <pc:sldLayoutMk cId="3085658394" sldId="2147483757"/>
          </pc:sldLayoutMkLst>
        </pc:sldLayoutChg>
        <pc:sldLayoutChg chg="add del">
          <pc:chgData name="Booker, Quiera S" userId="19bf8334-6809-4834-a01e-28598a3eca14" providerId="ADAL" clId="{1FB808AE-7BEC-BB43-827B-85D3ADB91D04}" dt="2023-04-17T20:38:16.773" v="150" actId="26606"/>
          <pc:sldLayoutMkLst>
            <pc:docMk/>
            <pc:sldMasterMk cId="4093149946" sldId="2147483759"/>
            <pc:sldLayoutMk cId="120807303" sldId="2147483758"/>
          </pc:sldLayoutMkLst>
        </pc:sldLayoutChg>
      </pc:sldMasterChg>
    </pc:docChg>
  </pc:docChgLst>
</pc:chgInfo>
</file>

<file path=ppt/diagrams/_rels/data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ata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rawing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4567B8F-7381-4095-80AB-0F51A1ED24F2}" type="doc">
      <dgm:prSet loTypeId="urn:microsoft.com/office/officeart/2005/8/layout/process4" loCatId="process" qsTypeId="urn:microsoft.com/office/officeart/2005/8/quickstyle/simple1" qsCatId="simple" csTypeId="urn:microsoft.com/office/officeart/2005/8/colors/accent5_2" csCatId="accent5" phldr="1"/>
      <dgm:spPr/>
      <dgm:t>
        <a:bodyPr/>
        <a:lstStyle/>
        <a:p>
          <a:endParaRPr lang="en-US"/>
        </a:p>
      </dgm:t>
    </dgm:pt>
    <dgm:pt modelId="{AEDC3FB7-92D8-43FC-A7B4-0CD814E2E599}">
      <dgm:prSet custT="1"/>
      <dgm:spPr/>
      <dgm:t>
        <a:bodyPr/>
        <a:lstStyle/>
        <a:p>
          <a:r>
            <a:rPr lang="en-US" sz="2800" b="0" i="0">
              <a:latin typeface="Calibri" panose="020F0502020204030204" pitchFamily="34" charset="0"/>
              <a:cs typeface="Calibri" panose="020F0502020204030204" pitchFamily="34" charset="0"/>
            </a:rPr>
            <a:t>Cross-validation</a:t>
          </a:r>
        </a:p>
      </dgm:t>
    </dgm:pt>
    <dgm:pt modelId="{09E2725D-DFA7-4560-BCB8-6B73EF7327DC}" type="parTrans" cxnId="{67BADE76-9A92-4D1B-B073-5E9A4D806681}">
      <dgm:prSet/>
      <dgm:spPr/>
      <dgm:t>
        <a:bodyPr/>
        <a:lstStyle/>
        <a:p>
          <a:endParaRPr lang="en-US"/>
        </a:p>
      </dgm:t>
    </dgm:pt>
    <dgm:pt modelId="{A3111740-A4A4-4AE6-8C38-F42999AA81D9}" type="sibTrans" cxnId="{67BADE76-9A92-4D1B-B073-5E9A4D806681}">
      <dgm:prSet/>
      <dgm:spPr/>
      <dgm:t>
        <a:bodyPr/>
        <a:lstStyle/>
        <a:p>
          <a:endParaRPr lang="en-US"/>
        </a:p>
      </dgm:t>
    </dgm:pt>
    <dgm:pt modelId="{587D5269-7A20-43C5-998F-7C266E4CCAB5}">
      <dgm:prSet custT="1"/>
      <dgm:spPr/>
      <dgm:t>
        <a:bodyPr/>
        <a:lstStyle/>
        <a:p>
          <a:r>
            <a:rPr lang="en-US" sz="2400" b="0" i="0">
              <a:latin typeface="Calibri" panose="020F0502020204030204" pitchFamily="34" charset="0"/>
              <a:cs typeface="Calibri" panose="020F0502020204030204" pitchFamily="34" charset="0"/>
            </a:rPr>
            <a:t>10-fold</a:t>
          </a:r>
        </a:p>
      </dgm:t>
    </dgm:pt>
    <dgm:pt modelId="{EF61FACC-D7F6-44F9-85D7-1DB10511D68F}" type="parTrans" cxnId="{FF6425AC-A70B-42ED-809E-1335CCFAECDA}">
      <dgm:prSet/>
      <dgm:spPr/>
      <dgm:t>
        <a:bodyPr/>
        <a:lstStyle/>
        <a:p>
          <a:endParaRPr lang="en-US"/>
        </a:p>
      </dgm:t>
    </dgm:pt>
    <dgm:pt modelId="{CA0237E2-F32E-4C62-B6C7-37939707D347}" type="sibTrans" cxnId="{FF6425AC-A70B-42ED-809E-1335CCFAECDA}">
      <dgm:prSet/>
      <dgm:spPr/>
      <dgm:t>
        <a:bodyPr/>
        <a:lstStyle/>
        <a:p>
          <a:endParaRPr lang="en-US"/>
        </a:p>
      </dgm:t>
    </dgm:pt>
    <dgm:pt modelId="{B67E703A-0F6A-481A-8758-CB2ADA824DCD}">
      <dgm:prSet custT="1"/>
      <dgm:spPr/>
      <dgm:t>
        <a:bodyPr/>
        <a:lstStyle/>
        <a:p>
          <a:r>
            <a:rPr lang="en-US" sz="2400" b="0" i="0">
              <a:latin typeface="Calibri" panose="020F0502020204030204" pitchFamily="34" charset="0"/>
              <a:cs typeface="Calibri" panose="020F0502020204030204" pitchFamily="34" charset="0"/>
            </a:rPr>
            <a:t>Leave-one-out </a:t>
          </a:r>
        </a:p>
      </dgm:t>
    </dgm:pt>
    <dgm:pt modelId="{E4085919-87F7-4D4E-9980-C337CCECCF28}" type="parTrans" cxnId="{91C27252-9C56-425D-97E0-E6548114C4C3}">
      <dgm:prSet/>
      <dgm:spPr/>
      <dgm:t>
        <a:bodyPr/>
        <a:lstStyle/>
        <a:p>
          <a:endParaRPr lang="en-US"/>
        </a:p>
      </dgm:t>
    </dgm:pt>
    <dgm:pt modelId="{1B244018-9E38-46B7-A57B-E723B75D2C0B}" type="sibTrans" cxnId="{91C27252-9C56-425D-97E0-E6548114C4C3}">
      <dgm:prSet/>
      <dgm:spPr/>
      <dgm:t>
        <a:bodyPr/>
        <a:lstStyle/>
        <a:p>
          <a:endParaRPr lang="en-US"/>
        </a:p>
      </dgm:t>
    </dgm:pt>
    <dgm:pt modelId="{0DCBFF7A-2451-4E5D-8D0F-B6110B034E80}">
      <dgm:prSet custT="1"/>
      <dgm:spPr/>
      <dgm:t>
        <a:bodyPr/>
        <a:lstStyle/>
        <a:p>
          <a:r>
            <a:rPr lang="en-US" sz="2800" b="0" i="0">
              <a:solidFill>
                <a:schemeClr val="tx1"/>
              </a:solidFill>
              <a:latin typeface="Calibri" panose="020F0502020204030204" pitchFamily="34" charset="0"/>
              <a:cs typeface="Calibri" panose="020F0502020204030204" pitchFamily="34" charset="0"/>
            </a:rPr>
            <a:t>Model building and training were streamlined using the </a:t>
          </a:r>
          <a:r>
            <a:rPr lang="en-US" sz="2800" b="0" i="0">
              <a:latin typeface="Calibri" panose="020F0502020204030204" pitchFamily="34" charset="0"/>
              <a:cs typeface="Calibri" panose="020F0502020204030204" pitchFamily="34" charset="0"/>
            </a:rPr>
            <a:t>caret package</a:t>
          </a:r>
        </a:p>
      </dgm:t>
    </dgm:pt>
    <dgm:pt modelId="{9759F5C1-5087-4DE4-A34A-F3356AAD4DF9}" type="parTrans" cxnId="{62CDE994-B317-4CFA-809C-9208C2E82723}">
      <dgm:prSet/>
      <dgm:spPr/>
      <dgm:t>
        <a:bodyPr/>
        <a:lstStyle/>
        <a:p>
          <a:endParaRPr lang="en-US"/>
        </a:p>
      </dgm:t>
    </dgm:pt>
    <dgm:pt modelId="{6EA85B33-10AE-4DAE-B76C-354BB8298C41}" type="sibTrans" cxnId="{62CDE994-B317-4CFA-809C-9208C2E82723}">
      <dgm:prSet/>
      <dgm:spPr/>
      <dgm:t>
        <a:bodyPr/>
        <a:lstStyle/>
        <a:p>
          <a:endParaRPr lang="en-US"/>
        </a:p>
      </dgm:t>
    </dgm:pt>
    <dgm:pt modelId="{44DDF38A-BE9C-4EBF-88E2-F88D993835FE}">
      <dgm:prSet custT="1"/>
      <dgm:spPr/>
      <dgm:t>
        <a:bodyPr/>
        <a:lstStyle/>
        <a:p>
          <a:r>
            <a:rPr lang="en-US" sz="2800" b="0" i="0">
              <a:latin typeface="Calibri" panose="020F0502020204030204" pitchFamily="34" charset="0"/>
              <a:cs typeface="Calibri" panose="020F0502020204030204" pitchFamily="34" charset="0"/>
            </a:rPr>
            <a:t>Model evaluation</a:t>
          </a:r>
        </a:p>
      </dgm:t>
    </dgm:pt>
    <dgm:pt modelId="{8E284DF1-901E-44F5-89E8-6899F3CFDE94}" type="parTrans" cxnId="{B6FECF62-7496-4B42-828F-C063F9936E73}">
      <dgm:prSet/>
      <dgm:spPr/>
      <dgm:t>
        <a:bodyPr/>
        <a:lstStyle/>
        <a:p>
          <a:endParaRPr lang="en-US"/>
        </a:p>
      </dgm:t>
    </dgm:pt>
    <dgm:pt modelId="{4BBF092A-BB22-4873-8F9F-9422FD865DA1}" type="sibTrans" cxnId="{B6FECF62-7496-4B42-828F-C063F9936E73}">
      <dgm:prSet/>
      <dgm:spPr/>
      <dgm:t>
        <a:bodyPr/>
        <a:lstStyle/>
        <a:p>
          <a:endParaRPr lang="en-US"/>
        </a:p>
      </dgm:t>
    </dgm:pt>
    <dgm:pt modelId="{6C6DE7C4-7BD1-4F62-98F9-C31FFDBDE815}">
      <dgm:prSet custT="1"/>
      <dgm:spPr/>
      <dgm:t>
        <a:bodyPr/>
        <a:lstStyle/>
        <a:p>
          <a:r>
            <a:rPr lang="en-US" sz="2400" b="0" i="0">
              <a:latin typeface="Calibri" panose="020F0502020204030204" pitchFamily="34" charset="0"/>
              <a:cs typeface="Calibri" panose="020F0502020204030204" pitchFamily="34" charset="0"/>
            </a:rPr>
            <a:t>Accuracy</a:t>
          </a:r>
        </a:p>
      </dgm:t>
    </dgm:pt>
    <dgm:pt modelId="{5EFB5902-9154-441E-90A7-AB7CC3C5615E}" type="parTrans" cxnId="{780DCFBD-CCDC-4AAE-8D90-F6225115CA4E}">
      <dgm:prSet/>
      <dgm:spPr/>
      <dgm:t>
        <a:bodyPr/>
        <a:lstStyle/>
        <a:p>
          <a:endParaRPr lang="en-US"/>
        </a:p>
      </dgm:t>
    </dgm:pt>
    <dgm:pt modelId="{1D13B552-74B4-4039-BE39-0B29D77F9C33}" type="sibTrans" cxnId="{780DCFBD-CCDC-4AAE-8D90-F6225115CA4E}">
      <dgm:prSet/>
      <dgm:spPr/>
      <dgm:t>
        <a:bodyPr/>
        <a:lstStyle/>
        <a:p>
          <a:endParaRPr lang="en-US"/>
        </a:p>
      </dgm:t>
    </dgm:pt>
    <dgm:pt modelId="{D910361D-5B24-421B-A835-F30E26768656}">
      <dgm:prSet custT="1"/>
      <dgm:spPr/>
      <dgm:t>
        <a:bodyPr/>
        <a:lstStyle/>
        <a:p>
          <a:r>
            <a:rPr lang="en-US" sz="2400" b="0" i="0">
              <a:latin typeface="Calibri" panose="020F0502020204030204" pitchFamily="34" charset="0"/>
              <a:cs typeface="Calibri" panose="020F0502020204030204" pitchFamily="34" charset="0"/>
            </a:rPr>
            <a:t>Cohen’s kappa</a:t>
          </a:r>
        </a:p>
      </dgm:t>
    </dgm:pt>
    <dgm:pt modelId="{4FB2681D-7793-4E5C-931C-BAD63212B400}" type="parTrans" cxnId="{26E304BA-BD40-490C-AFEF-02BD6CC1137E}">
      <dgm:prSet/>
      <dgm:spPr/>
      <dgm:t>
        <a:bodyPr/>
        <a:lstStyle/>
        <a:p>
          <a:endParaRPr lang="en-US"/>
        </a:p>
      </dgm:t>
    </dgm:pt>
    <dgm:pt modelId="{D46F8A1F-92DC-4D25-8EF7-D19151DA4F15}" type="sibTrans" cxnId="{26E304BA-BD40-490C-AFEF-02BD6CC1137E}">
      <dgm:prSet/>
      <dgm:spPr/>
      <dgm:t>
        <a:bodyPr/>
        <a:lstStyle/>
        <a:p>
          <a:endParaRPr lang="en-US"/>
        </a:p>
      </dgm:t>
    </dgm:pt>
    <dgm:pt modelId="{3988D115-F880-4B49-A984-FA150FE57B91}">
      <dgm:prSet custT="1"/>
      <dgm:spPr/>
      <dgm:t>
        <a:bodyPr/>
        <a:lstStyle/>
        <a:p>
          <a:r>
            <a:rPr lang="en-US" sz="2400" b="0" i="0">
              <a:latin typeface="Calibri" panose="020F0502020204030204" pitchFamily="34" charset="0"/>
              <a:cs typeface="Calibri" panose="020F0502020204030204" pitchFamily="34" charset="0"/>
            </a:rPr>
            <a:t>PR-AUC</a:t>
          </a:r>
        </a:p>
      </dgm:t>
    </dgm:pt>
    <dgm:pt modelId="{88C2BEC0-0F8C-4F41-8846-5168DB86942E}" type="parTrans" cxnId="{0E209F6F-9E2B-43D1-8F48-0265414A6BA4}">
      <dgm:prSet/>
      <dgm:spPr/>
      <dgm:t>
        <a:bodyPr/>
        <a:lstStyle/>
        <a:p>
          <a:endParaRPr lang="en-US"/>
        </a:p>
      </dgm:t>
    </dgm:pt>
    <dgm:pt modelId="{FA353776-43CF-40E8-B6E5-6F223CBB2CE4}" type="sibTrans" cxnId="{0E209F6F-9E2B-43D1-8F48-0265414A6BA4}">
      <dgm:prSet/>
      <dgm:spPr/>
      <dgm:t>
        <a:bodyPr/>
        <a:lstStyle/>
        <a:p>
          <a:endParaRPr lang="en-US"/>
        </a:p>
      </dgm:t>
    </dgm:pt>
    <dgm:pt modelId="{860CE71C-CA16-4244-8FFA-082F57516742}">
      <dgm:prSet custT="1"/>
      <dgm:spPr/>
      <dgm:t>
        <a:bodyPr/>
        <a:lstStyle/>
        <a:p>
          <a:r>
            <a:rPr lang="en-US" sz="2400" b="0" i="0">
              <a:latin typeface="Calibri" panose="020F0502020204030204" pitchFamily="34" charset="0"/>
              <a:cs typeface="Calibri" panose="020F0502020204030204" pitchFamily="34" charset="0"/>
            </a:rPr>
            <a:t>Sensitivity </a:t>
          </a:r>
        </a:p>
      </dgm:t>
    </dgm:pt>
    <dgm:pt modelId="{ED2A0B0B-4208-427F-AFDE-7DB430A1AE2E}" type="parTrans" cxnId="{20C30E57-9E3F-45A1-9885-6D48C0794A80}">
      <dgm:prSet/>
      <dgm:spPr/>
      <dgm:t>
        <a:bodyPr/>
        <a:lstStyle/>
        <a:p>
          <a:endParaRPr lang="en-US"/>
        </a:p>
      </dgm:t>
    </dgm:pt>
    <dgm:pt modelId="{A1EC4BC8-C4F6-4F57-B900-CF4C38FC6C70}" type="sibTrans" cxnId="{20C30E57-9E3F-45A1-9885-6D48C0794A80}">
      <dgm:prSet/>
      <dgm:spPr/>
      <dgm:t>
        <a:bodyPr/>
        <a:lstStyle/>
        <a:p>
          <a:endParaRPr lang="en-US"/>
        </a:p>
      </dgm:t>
    </dgm:pt>
    <dgm:pt modelId="{7979A5A6-E77B-4DFB-A738-23F323A2A748}">
      <dgm:prSet custT="1"/>
      <dgm:spPr/>
      <dgm:t>
        <a:bodyPr/>
        <a:lstStyle/>
        <a:p>
          <a:r>
            <a:rPr lang="en-US" sz="2400" b="0" i="0">
              <a:latin typeface="Calibri" panose="020F0502020204030204" pitchFamily="34" charset="0"/>
              <a:cs typeface="Calibri" panose="020F0502020204030204" pitchFamily="34" charset="0"/>
            </a:rPr>
            <a:t>Specificity</a:t>
          </a:r>
        </a:p>
      </dgm:t>
    </dgm:pt>
    <dgm:pt modelId="{9E8FD913-3608-4687-BB4A-9473E3E0F8FA}" type="parTrans" cxnId="{9E13C76E-0490-4BE2-9A50-0439682C4F5B}">
      <dgm:prSet/>
      <dgm:spPr/>
      <dgm:t>
        <a:bodyPr/>
        <a:lstStyle/>
        <a:p>
          <a:endParaRPr lang="en-US"/>
        </a:p>
      </dgm:t>
    </dgm:pt>
    <dgm:pt modelId="{FEBD8F0E-F0A8-487B-9ECE-C6309EAFEB11}" type="sibTrans" cxnId="{9E13C76E-0490-4BE2-9A50-0439682C4F5B}">
      <dgm:prSet/>
      <dgm:spPr/>
      <dgm:t>
        <a:bodyPr/>
        <a:lstStyle/>
        <a:p>
          <a:endParaRPr lang="en-US"/>
        </a:p>
      </dgm:t>
    </dgm:pt>
    <dgm:pt modelId="{25AF4CC3-7700-4EC3-AE2D-5A14921BC35D}">
      <dgm:prSet custT="1"/>
      <dgm:spPr/>
      <dgm:t>
        <a:bodyPr/>
        <a:lstStyle/>
        <a:p>
          <a:r>
            <a:rPr lang="en-US" sz="2400" b="0" i="0">
              <a:latin typeface="Calibri" panose="020F0502020204030204" pitchFamily="34" charset="0"/>
              <a:cs typeface="Calibri" panose="020F0502020204030204" pitchFamily="34" charset="0"/>
            </a:rPr>
            <a:t>ROC-AUC</a:t>
          </a:r>
        </a:p>
      </dgm:t>
    </dgm:pt>
    <dgm:pt modelId="{F5187E76-4083-476A-8E81-E816FF951692}" type="sibTrans" cxnId="{A1E3C5EA-419F-4380-8D20-B92B1C11B39B}">
      <dgm:prSet/>
      <dgm:spPr/>
      <dgm:t>
        <a:bodyPr/>
        <a:lstStyle/>
        <a:p>
          <a:endParaRPr lang="en-US"/>
        </a:p>
      </dgm:t>
    </dgm:pt>
    <dgm:pt modelId="{BA3003A5-E408-46CC-87B7-656CEFD1B456}" type="parTrans" cxnId="{A1E3C5EA-419F-4380-8D20-B92B1C11B39B}">
      <dgm:prSet/>
      <dgm:spPr/>
      <dgm:t>
        <a:bodyPr/>
        <a:lstStyle/>
        <a:p>
          <a:endParaRPr lang="en-US"/>
        </a:p>
      </dgm:t>
    </dgm:pt>
    <dgm:pt modelId="{30E96BBB-263B-8946-B72B-FC1C0C0A5302}" type="pres">
      <dgm:prSet presAssocID="{44567B8F-7381-4095-80AB-0F51A1ED24F2}" presName="Name0" presStyleCnt="0">
        <dgm:presLayoutVars>
          <dgm:dir/>
          <dgm:animLvl val="lvl"/>
          <dgm:resizeHandles val="exact"/>
        </dgm:presLayoutVars>
      </dgm:prSet>
      <dgm:spPr/>
    </dgm:pt>
    <dgm:pt modelId="{69505347-25EB-E64C-B702-758F65D437F4}" type="pres">
      <dgm:prSet presAssocID="{44DDF38A-BE9C-4EBF-88E2-F88D993835FE}" presName="boxAndChildren" presStyleCnt="0"/>
      <dgm:spPr/>
    </dgm:pt>
    <dgm:pt modelId="{2D93A0E9-963E-314C-9B8D-5529254485CE}" type="pres">
      <dgm:prSet presAssocID="{44DDF38A-BE9C-4EBF-88E2-F88D993835FE}" presName="parentTextBox" presStyleLbl="node1" presStyleIdx="0" presStyleCnt="3"/>
      <dgm:spPr/>
    </dgm:pt>
    <dgm:pt modelId="{A1E24E04-0014-CC4A-B9D6-F072A5D5E091}" type="pres">
      <dgm:prSet presAssocID="{44DDF38A-BE9C-4EBF-88E2-F88D993835FE}" presName="entireBox" presStyleLbl="node1" presStyleIdx="0" presStyleCnt="3"/>
      <dgm:spPr/>
    </dgm:pt>
    <dgm:pt modelId="{2D4CAADA-10C3-7A4F-9697-32F1B63F77E1}" type="pres">
      <dgm:prSet presAssocID="{44DDF38A-BE9C-4EBF-88E2-F88D993835FE}" presName="descendantBox" presStyleCnt="0"/>
      <dgm:spPr/>
    </dgm:pt>
    <dgm:pt modelId="{D148102A-3FCB-114B-AB77-C368030B57A0}" type="pres">
      <dgm:prSet presAssocID="{25AF4CC3-7700-4EC3-AE2D-5A14921BC35D}" presName="childTextBox" presStyleLbl="fgAccFollowNode1" presStyleIdx="0" presStyleCnt="8">
        <dgm:presLayoutVars>
          <dgm:bulletEnabled val="1"/>
        </dgm:presLayoutVars>
      </dgm:prSet>
      <dgm:spPr/>
    </dgm:pt>
    <dgm:pt modelId="{B3C9A804-0AB8-1840-AB8D-AD3545801DF6}" type="pres">
      <dgm:prSet presAssocID="{3988D115-F880-4B49-A984-FA150FE57B91}" presName="childTextBox" presStyleLbl="fgAccFollowNode1" presStyleIdx="1" presStyleCnt="8">
        <dgm:presLayoutVars>
          <dgm:bulletEnabled val="1"/>
        </dgm:presLayoutVars>
      </dgm:prSet>
      <dgm:spPr/>
    </dgm:pt>
    <dgm:pt modelId="{A1E6AD5A-AE06-344D-88FA-AD438A210755}" type="pres">
      <dgm:prSet presAssocID="{6C6DE7C4-7BD1-4F62-98F9-C31FFDBDE815}" presName="childTextBox" presStyleLbl="fgAccFollowNode1" presStyleIdx="2" presStyleCnt="8">
        <dgm:presLayoutVars>
          <dgm:bulletEnabled val="1"/>
        </dgm:presLayoutVars>
      </dgm:prSet>
      <dgm:spPr/>
    </dgm:pt>
    <dgm:pt modelId="{3AD00EFA-4087-474E-B825-7F7DFD880139}" type="pres">
      <dgm:prSet presAssocID="{D910361D-5B24-421B-A835-F30E26768656}" presName="childTextBox" presStyleLbl="fgAccFollowNode1" presStyleIdx="3" presStyleCnt="8" custScaleX="118927">
        <dgm:presLayoutVars>
          <dgm:bulletEnabled val="1"/>
        </dgm:presLayoutVars>
      </dgm:prSet>
      <dgm:spPr/>
    </dgm:pt>
    <dgm:pt modelId="{2A3EC765-8EB7-6046-BE9D-A3CCDE35158D}" type="pres">
      <dgm:prSet presAssocID="{860CE71C-CA16-4244-8FFA-082F57516742}" presName="childTextBox" presStyleLbl="fgAccFollowNode1" presStyleIdx="4" presStyleCnt="8">
        <dgm:presLayoutVars>
          <dgm:bulletEnabled val="1"/>
        </dgm:presLayoutVars>
      </dgm:prSet>
      <dgm:spPr/>
    </dgm:pt>
    <dgm:pt modelId="{5898D4DD-55F9-5F45-80BF-4814BFD5B758}" type="pres">
      <dgm:prSet presAssocID="{7979A5A6-E77B-4DFB-A738-23F323A2A748}" presName="childTextBox" presStyleLbl="fgAccFollowNode1" presStyleIdx="5" presStyleCnt="8">
        <dgm:presLayoutVars>
          <dgm:bulletEnabled val="1"/>
        </dgm:presLayoutVars>
      </dgm:prSet>
      <dgm:spPr/>
    </dgm:pt>
    <dgm:pt modelId="{8F1B4242-0E5B-0640-BA8B-8906166968B6}" type="pres">
      <dgm:prSet presAssocID="{6EA85B33-10AE-4DAE-B76C-354BB8298C41}" presName="sp" presStyleCnt="0"/>
      <dgm:spPr/>
    </dgm:pt>
    <dgm:pt modelId="{3AD07452-CB33-5747-87F2-DAE8B63C14E8}" type="pres">
      <dgm:prSet presAssocID="{0DCBFF7A-2451-4E5D-8D0F-B6110B034E80}" presName="arrowAndChildren" presStyleCnt="0"/>
      <dgm:spPr/>
    </dgm:pt>
    <dgm:pt modelId="{8B13C7D9-97E1-1545-8E25-F59512BC2FE8}" type="pres">
      <dgm:prSet presAssocID="{0DCBFF7A-2451-4E5D-8D0F-B6110B034E80}" presName="parentTextArrow" presStyleLbl="node1" presStyleIdx="1" presStyleCnt="3"/>
      <dgm:spPr/>
    </dgm:pt>
    <dgm:pt modelId="{092D1151-4EEE-F44F-B351-B7F333191163}" type="pres">
      <dgm:prSet presAssocID="{A3111740-A4A4-4AE6-8C38-F42999AA81D9}" presName="sp" presStyleCnt="0"/>
      <dgm:spPr/>
    </dgm:pt>
    <dgm:pt modelId="{066B5889-3C33-C548-90DD-DE70B64BFB53}" type="pres">
      <dgm:prSet presAssocID="{AEDC3FB7-92D8-43FC-A7B4-0CD814E2E599}" presName="arrowAndChildren" presStyleCnt="0"/>
      <dgm:spPr/>
    </dgm:pt>
    <dgm:pt modelId="{733F505C-CAD1-7D41-A703-7401B613A7E4}" type="pres">
      <dgm:prSet presAssocID="{AEDC3FB7-92D8-43FC-A7B4-0CD814E2E599}" presName="parentTextArrow" presStyleLbl="node1" presStyleIdx="1" presStyleCnt="3"/>
      <dgm:spPr/>
    </dgm:pt>
    <dgm:pt modelId="{69A28A3C-D138-E940-ACAA-C45637C41BD3}" type="pres">
      <dgm:prSet presAssocID="{AEDC3FB7-92D8-43FC-A7B4-0CD814E2E599}" presName="arrow" presStyleLbl="node1" presStyleIdx="2" presStyleCnt="3"/>
      <dgm:spPr/>
    </dgm:pt>
    <dgm:pt modelId="{0CDF5CC9-7E5D-8447-A7EA-33CD9159356C}" type="pres">
      <dgm:prSet presAssocID="{AEDC3FB7-92D8-43FC-A7B4-0CD814E2E599}" presName="descendantArrow" presStyleCnt="0"/>
      <dgm:spPr/>
    </dgm:pt>
    <dgm:pt modelId="{93791292-D8BD-3646-ACFC-A2A9A1894FDF}" type="pres">
      <dgm:prSet presAssocID="{587D5269-7A20-43C5-998F-7C266E4CCAB5}" presName="childTextArrow" presStyleLbl="fgAccFollowNode1" presStyleIdx="6" presStyleCnt="8">
        <dgm:presLayoutVars>
          <dgm:bulletEnabled val="1"/>
        </dgm:presLayoutVars>
      </dgm:prSet>
      <dgm:spPr/>
    </dgm:pt>
    <dgm:pt modelId="{C5CD53F3-B686-1343-B890-B0FF8AB6181E}" type="pres">
      <dgm:prSet presAssocID="{B67E703A-0F6A-481A-8758-CB2ADA824DCD}" presName="childTextArrow" presStyleLbl="fgAccFollowNode1" presStyleIdx="7" presStyleCnt="8">
        <dgm:presLayoutVars>
          <dgm:bulletEnabled val="1"/>
        </dgm:presLayoutVars>
      </dgm:prSet>
      <dgm:spPr/>
    </dgm:pt>
  </dgm:ptLst>
  <dgm:cxnLst>
    <dgm:cxn modelId="{F07C411F-6045-C944-A506-DEFAB66890D3}" type="presOf" srcId="{B67E703A-0F6A-481A-8758-CB2ADA824DCD}" destId="{C5CD53F3-B686-1343-B890-B0FF8AB6181E}" srcOrd="0" destOrd="0" presId="urn:microsoft.com/office/officeart/2005/8/layout/process4"/>
    <dgm:cxn modelId="{6C2E0620-286F-BE4D-A9E7-22DA1DA3ED79}" type="presOf" srcId="{860CE71C-CA16-4244-8FFA-082F57516742}" destId="{2A3EC765-8EB7-6046-BE9D-A3CCDE35158D}" srcOrd="0" destOrd="0" presId="urn:microsoft.com/office/officeart/2005/8/layout/process4"/>
    <dgm:cxn modelId="{8B362A3F-5D70-1B45-B2BE-BF62DE942EFF}" type="presOf" srcId="{D910361D-5B24-421B-A835-F30E26768656}" destId="{3AD00EFA-4087-474E-B825-7F7DFD880139}" srcOrd="0" destOrd="0" presId="urn:microsoft.com/office/officeart/2005/8/layout/process4"/>
    <dgm:cxn modelId="{B6FECF62-7496-4B42-828F-C063F9936E73}" srcId="{44567B8F-7381-4095-80AB-0F51A1ED24F2}" destId="{44DDF38A-BE9C-4EBF-88E2-F88D993835FE}" srcOrd="2" destOrd="0" parTransId="{8E284DF1-901E-44F5-89E8-6899F3CFDE94}" sibTransId="{4BBF092A-BB22-4873-8F9F-9422FD865DA1}"/>
    <dgm:cxn modelId="{9E13C76E-0490-4BE2-9A50-0439682C4F5B}" srcId="{44DDF38A-BE9C-4EBF-88E2-F88D993835FE}" destId="{7979A5A6-E77B-4DFB-A738-23F323A2A748}" srcOrd="5" destOrd="0" parTransId="{9E8FD913-3608-4687-BB4A-9473E3E0F8FA}" sibTransId="{FEBD8F0E-F0A8-487B-9ECE-C6309EAFEB11}"/>
    <dgm:cxn modelId="{0E209F6F-9E2B-43D1-8F48-0265414A6BA4}" srcId="{44DDF38A-BE9C-4EBF-88E2-F88D993835FE}" destId="{3988D115-F880-4B49-A984-FA150FE57B91}" srcOrd="1" destOrd="0" parTransId="{88C2BEC0-0F8C-4F41-8846-5168DB86942E}" sibTransId="{FA353776-43CF-40E8-B6E5-6F223CBB2CE4}"/>
    <dgm:cxn modelId="{91C27252-9C56-425D-97E0-E6548114C4C3}" srcId="{AEDC3FB7-92D8-43FC-A7B4-0CD814E2E599}" destId="{B67E703A-0F6A-481A-8758-CB2ADA824DCD}" srcOrd="1" destOrd="0" parTransId="{E4085919-87F7-4D4E-9980-C337CCECCF28}" sibTransId="{1B244018-9E38-46B7-A57B-E723B75D2C0B}"/>
    <dgm:cxn modelId="{67BADE76-9A92-4D1B-B073-5E9A4D806681}" srcId="{44567B8F-7381-4095-80AB-0F51A1ED24F2}" destId="{AEDC3FB7-92D8-43FC-A7B4-0CD814E2E599}" srcOrd="0" destOrd="0" parTransId="{09E2725D-DFA7-4560-BCB8-6B73EF7327DC}" sibTransId="{A3111740-A4A4-4AE6-8C38-F42999AA81D9}"/>
    <dgm:cxn modelId="{20C30E57-9E3F-45A1-9885-6D48C0794A80}" srcId="{44DDF38A-BE9C-4EBF-88E2-F88D993835FE}" destId="{860CE71C-CA16-4244-8FFA-082F57516742}" srcOrd="4" destOrd="0" parTransId="{ED2A0B0B-4208-427F-AFDE-7DB430A1AE2E}" sibTransId="{A1EC4BC8-C4F6-4F57-B900-CF4C38FC6C70}"/>
    <dgm:cxn modelId="{4A1F728A-AF28-6046-849E-B88FAFFA86A3}" type="presOf" srcId="{44567B8F-7381-4095-80AB-0F51A1ED24F2}" destId="{30E96BBB-263B-8946-B72B-FC1C0C0A5302}" srcOrd="0" destOrd="0" presId="urn:microsoft.com/office/officeart/2005/8/layout/process4"/>
    <dgm:cxn modelId="{D5BC9A90-8BBB-AC47-919F-7A1C31EA0912}" type="presOf" srcId="{3988D115-F880-4B49-A984-FA150FE57B91}" destId="{B3C9A804-0AB8-1840-AB8D-AD3545801DF6}" srcOrd="0" destOrd="0" presId="urn:microsoft.com/office/officeart/2005/8/layout/process4"/>
    <dgm:cxn modelId="{62CDE994-B317-4CFA-809C-9208C2E82723}" srcId="{44567B8F-7381-4095-80AB-0F51A1ED24F2}" destId="{0DCBFF7A-2451-4E5D-8D0F-B6110B034E80}" srcOrd="1" destOrd="0" parTransId="{9759F5C1-5087-4DE4-A34A-F3356AAD4DF9}" sibTransId="{6EA85B33-10AE-4DAE-B76C-354BB8298C41}"/>
    <dgm:cxn modelId="{F853DD9F-4D5E-384E-A82D-B61CC7D22AED}" type="presOf" srcId="{AEDC3FB7-92D8-43FC-A7B4-0CD814E2E599}" destId="{69A28A3C-D138-E940-ACAA-C45637C41BD3}" srcOrd="1" destOrd="0" presId="urn:microsoft.com/office/officeart/2005/8/layout/process4"/>
    <dgm:cxn modelId="{F49A34AB-090A-484B-9FD8-BA0A34A6F4B9}" type="presOf" srcId="{44DDF38A-BE9C-4EBF-88E2-F88D993835FE}" destId="{2D93A0E9-963E-314C-9B8D-5529254485CE}" srcOrd="0" destOrd="0" presId="urn:microsoft.com/office/officeart/2005/8/layout/process4"/>
    <dgm:cxn modelId="{928DBBAB-3A6C-A141-90E5-CED6FBA5A247}" type="presOf" srcId="{587D5269-7A20-43C5-998F-7C266E4CCAB5}" destId="{93791292-D8BD-3646-ACFC-A2A9A1894FDF}" srcOrd="0" destOrd="0" presId="urn:microsoft.com/office/officeart/2005/8/layout/process4"/>
    <dgm:cxn modelId="{FF6425AC-A70B-42ED-809E-1335CCFAECDA}" srcId="{AEDC3FB7-92D8-43FC-A7B4-0CD814E2E599}" destId="{587D5269-7A20-43C5-998F-7C266E4CCAB5}" srcOrd="0" destOrd="0" parTransId="{EF61FACC-D7F6-44F9-85D7-1DB10511D68F}" sibTransId="{CA0237E2-F32E-4C62-B6C7-37939707D347}"/>
    <dgm:cxn modelId="{0ACB1CB5-02FB-434E-B332-DB4167EE7877}" type="presOf" srcId="{7979A5A6-E77B-4DFB-A738-23F323A2A748}" destId="{5898D4DD-55F9-5F45-80BF-4814BFD5B758}" srcOrd="0" destOrd="0" presId="urn:microsoft.com/office/officeart/2005/8/layout/process4"/>
    <dgm:cxn modelId="{2922CBB7-390B-514B-9DD1-2EA5DA2E3E73}" type="presOf" srcId="{25AF4CC3-7700-4EC3-AE2D-5A14921BC35D}" destId="{D148102A-3FCB-114B-AB77-C368030B57A0}" srcOrd="0" destOrd="0" presId="urn:microsoft.com/office/officeart/2005/8/layout/process4"/>
    <dgm:cxn modelId="{2BAF46B8-EF8E-924A-9CAC-4D0B14C97C76}" type="presOf" srcId="{AEDC3FB7-92D8-43FC-A7B4-0CD814E2E599}" destId="{733F505C-CAD1-7D41-A703-7401B613A7E4}" srcOrd="0" destOrd="0" presId="urn:microsoft.com/office/officeart/2005/8/layout/process4"/>
    <dgm:cxn modelId="{26E304BA-BD40-490C-AFEF-02BD6CC1137E}" srcId="{44DDF38A-BE9C-4EBF-88E2-F88D993835FE}" destId="{D910361D-5B24-421B-A835-F30E26768656}" srcOrd="3" destOrd="0" parTransId="{4FB2681D-7793-4E5C-931C-BAD63212B400}" sibTransId="{D46F8A1F-92DC-4D25-8EF7-D19151DA4F15}"/>
    <dgm:cxn modelId="{780DCFBD-CCDC-4AAE-8D90-F6225115CA4E}" srcId="{44DDF38A-BE9C-4EBF-88E2-F88D993835FE}" destId="{6C6DE7C4-7BD1-4F62-98F9-C31FFDBDE815}" srcOrd="2" destOrd="0" parTransId="{5EFB5902-9154-441E-90A7-AB7CC3C5615E}" sibTransId="{1D13B552-74B4-4039-BE39-0B29D77F9C33}"/>
    <dgm:cxn modelId="{E99ACBE2-C57F-6D46-8EE9-2256B3C97EBB}" type="presOf" srcId="{6C6DE7C4-7BD1-4F62-98F9-C31FFDBDE815}" destId="{A1E6AD5A-AE06-344D-88FA-AD438A210755}" srcOrd="0" destOrd="0" presId="urn:microsoft.com/office/officeart/2005/8/layout/process4"/>
    <dgm:cxn modelId="{A1E3C5EA-419F-4380-8D20-B92B1C11B39B}" srcId="{44DDF38A-BE9C-4EBF-88E2-F88D993835FE}" destId="{25AF4CC3-7700-4EC3-AE2D-5A14921BC35D}" srcOrd="0" destOrd="0" parTransId="{BA3003A5-E408-46CC-87B7-656CEFD1B456}" sibTransId="{F5187E76-4083-476A-8E81-E816FF951692}"/>
    <dgm:cxn modelId="{959968F2-0DD0-3843-9E03-ACF2B428CA66}" type="presOf" srcId="{0DCBFF7A-2451-4E5D-8D0F-B6110B034E80}" destId="{8B13C7D9-97E1-1545-8E25-F59512BC2FE8}" srcOrd="0" destOrd="0" presId="urn:microsoft.com/office/officeart/2005/8/layout/process4"/>
    <dgm:cxn modelId="{9B5D11F7-778F-D240-8A4E-528A1D570273}" type="presOf" srcId="{44DDF38A-BE9C-4EBF-88E2-F88D993835FE}" destId="{A1E24E04-0014-CC4A-B9D6-F072A5D5E091}" srcOrd="1" destOrd="0" presId="urn:microsoft.com/office/officeart/2005/8/layout/process4"/>
    <dgm:cxn modelId="{0DD3CE80-2739-3E48-B600-9D9C62243AC5}" type="presParOf" srcId="{30E96BBB-263B-8946-B72B-FC1C0C0A5302}" destId="{69505347-25EB-E64C-B702-758F65D437F4}" srcOrd="0" destOrd="0" presId="urn:microsoft.com/office/officeart/2005/8/layout/process4"/>
    <dgm:cxn modelId="{82F1E108-4D07-C347-BEF5-075879AC4FEF}" type="presParOf" srcId="{69505347-25EB-E64C-B702-758F65D437F4}" destId="{2D93A0E9-963E-314C-9B8D-5529254485CE}" srcOrd="0" destOrd="0" presId="urn:microsoft.com/office/officeart/2005/8/layout/process4"/>
    <dgm:cxn modelId="{4EF57117-C102-9B4C-AC1D-39592BD4EEF7}" type="presParOf" srcId="{69505347-25EB-E64C-B702-758F65D437F4}" destId="{A1E24E04-0014-CC4A-B9D6-F072A5D5E091}" srcOrd="1" destOrd="0" presId="urn:microsoft.com/office/officeart/2005/8/layout/process4"/>
    <dgm:cxn modelId="{807BB0E8-6286-E747-A758-3FA3A09A00FD}" type="presParOf" srcId="{69505347-25EB-E64C-B702-758F65D437F4}" destId="{2D4CAADA-10C3-7A4F-9697-32F1B63F77E1}" srcOrd="2" destOrd="0" presId="urn:microsoft.com/office/officeart/2005/8/layout/process4"/>
    <dgm:cxn modelId="{AEDD969D-8103-2845-AC33-82CC3BD6AADB}" type="presParOf" srcId="{2D4CAADA-10C3-7A4F-9697-32F1B63F77E1}" destId="{D148102A-3FCB-114B-AB77-C368030B57A0}" srcOrd="0" destOrd="0" presId="urn:microsoft.com/office/officeart/2005/8/layout/process4"/>
    <dgm:cxn modelId="{6B037EDD-2129-A049-A6DA-051B97DDC6D4}" type="presParOf" srcId="{2D4CAADA-10C3-7A4F-9697-32F1B63F77E1}" destId="{B3C9A804-0AB8-1840-AB8D-AD3545801DF6}" srcOrd="1" destOrd="0" presId="urn:microsoft.com/office/officeart/2005/8/layout/process4"/>
    <dgm:cxn modelId="{FCCE74FD-10B1-174C-8F24-F45B15424249}" type="presParOf" srcId="{2D4CAADA-10C3-7A4F-9697-32F1B63F77E1}" destId="{A1E6AD5A-AE06-344D-88FA-AD438A210755}" srcOrd="2" destOrd="0" presId="urn:microsoft.com/office/officeart/2005/8/layout/process4"/>
    <dgm:cxn modelId="{7D93342B-774B-BB43-995E-CD3B655F0739}" type="presParOf" srcId="{2D4CAADA-10C3-7A4F-9697-32F1B63F77E1}" destId="{3AD00EFA-4087-474E-B825-7F7DFD880139}" srcOrd="3" destOrd="0" presId="urn:microsoft.com/office/officeart/2005/8/layout/process4"/>
    <dgm:cxn modelId="{D02D6543-DC32-1B43-BED2-E5218A69B834}" type="presParOf" srcId="{2D4CAADA-10C3-7A4F-9697-32F1B63F77E1}" destId="{2A3EC765-8EB7-6046-BE9D-A3CCDE35158D}" srcOrd="4" destOrd="0" presId="urn:microsoft.com/office/officeart/2005/8/layout/process4"/>
    <dgm:cxn modelId="{B53FC595-F16D-2F4D-B27D-3439096998F7}" type="presParOf" srcId="{2D4CAADA-10C3-7A4F-9697-32F1B63F77E1}" destId="{5898D4DD-55F9-5F45-80BF-4814BFD5B758}" srcOrd="5" destOrd="0" presId="urn:microsoft.com/office/officeart/2005/8/layout/process4"/>
    <dgm:cxn modelId="{26119F45-22E4-2047-9C24-3854ECF1B88E}" type="presParOf" srcId="{30E96BBB-263B-8946-B72B-FC1C0C0A5302}" destId="{8F1B4242-0E5B-0640-BA8B-8906166968B6}" srcOrd="1" destOrd="0" presId="urn:microsoft.com/office/officeart/2005/8/layout/process4"/>
    <dgm:cxn modelId="{91111D7F-E3D3-8346-8AB6-5DD8315B71E0}" type="presParOf" srcId="{30E96BBB-263B-8946-B72B-FC1C0C0A5302}" destId="{3AD07452-CB33-5747-87F2-DAE8B63C14E8}" srcOrd="2" destOrd="0" presId="urn:microsoft.com/office/officeart/2005/8/layout/process4"/>
    <dgm:cxn modelId="{32AE1572-9307-3748-8AC7-EF6E1BDFC5DD}" type="presParOf" srcId="{3AD07452-CB33-5747-87F2-DAE8B63C14E8}" destId="{8B13C7D9-97E1-1545-8E25-F59512BC2FE8}" srcOrd="0" destOrd="0" presId="urn:microsoft.com/office/officeart/2005/8/layout/process4"/>
    <dgm:cxn modelId="{E331FAEB-1ABA-824A-9F7D-A27233472E46}" type="presParOf" srcId="{30E96BBB-263B-8946-B72B-FC1C0C0A5302}" destId="{092D1151-4EEE-F44F-B351-B7F333191163}" srcOrd="3" destOrd="0" presId="urn:microsoft.com/office/officeart/2005/8/layout/process4"/>
    <dgm:cxn modelId="{2BCA9230-9157-714C-8674-71B4CE27BAB1}" type="presParOf" srcId="{30E96BBB-263B-8946-B72B-FC1C0C0A5302}" destId="{066B5889-3C33-C548-90DD-DE70B64BFB53}" srcOrd="4" destOrd="0" presId="urn:microsoft.com/office/officeart/2005/8/layout/process4"/>
    <dgm:cxn modelId="{CCA6A6FD-9CF9-354D-9F38-28698F6FB204}" type="presParOf" srcId="{066B5889-3C33-C548-90DD-DE70B64BFB53}" destId="{733F505C-CAD1-7D41-A703-7401B613A7E4}" srcOrd="0" destOrd="0" presId="urn:microsoft.com/office/officeart/2005/8/layout/process4"/>
    <dgm:cxn modelId="{7FD717E3-C4BA-0141-85E0-7BE9DF52531D}" type="presParOf" srcId="{066B5889-3C33-C548-90DD-DE70B64BFB53}" destId="{69A28A3C-D138-E940-ACAA-C45637C41BD3}" srcOrd="1" destOrd="0" presId="urn:microsoft.com/office/officeart/2005/8/layout/process4"/>
    <dgm:cxn modelId="{12996260-5689-DF46-92C2-2A17D5A94DC2}" type="presParOf" srcId="{066B5889-3C33-C548-90DD-DE70B64BFB53}" destId="{0CDF5CC9-7E5D-8447-A7EA-33CD9159356C}" srcOrd="2" destOrd="0" presId="urn:microsoft.com/office/officeart/2005/8/layout/process4"/>
    <dgm:cxn modelId="{88FD9AFB-E950-DF43-B48F-F610BB4686FC}" type="presParOf" srcId="{0CDF5CC9-7E5D-8447-A7EA-33CD9159356C}" destId="{93791292-D8BD-3646-ACFC-A2A9A1894FDF}" srcOrd="0" destOrd="0" presId="urn:microsoft.com/office/officeart/2005/8/layout/process4"/>
    <dgm:cxn modelId="{C250A693-A063-8849-9882-B7337BA88848}" type="presParOf" srcId="{0CDF5CC9-7E5D-8447-A7EA-33CD9159356C}" destId="{C5CD53F3-B686-1343-B890-B0FF8AB6181E}" srcOrd="1"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0443FBE-9A00-4FD7-BE7A-6386F32D6A1E}" type="doc">
      <dgm:prSet loTypeId="urn:microsoft.com/office/officeart/2005/8/layout/list1" loCatId="list" qsTypeId="urn:microsoft.com/office/officeart/2005/8/quickstyle/simple1" qsCatId="simple" csTypeId="urn:microsoft.com/office/officeart/2005/8/colors/colorful1" csCatId="colorful"/>
      <dgm:spPr/>
      <dgm:t>
        <a:bodyPr/>
        <a:lstStyle/>
        <a:p>
          <a:endParaRPr lang="en-US"/>
        </a:p>
      </dgm:t>
    </dgm:pt>
    <dgm:pt modelId="{DF7F30A1-6373-44F5-9CB9-0E5D399F9B7B}">
      <dgm:prSet custT="1"/>
      <dgm:spPr/>
      <dgm:t>
        <a:bodyPr/>
        <a:lstStyle/>
        <a:p>
          <a:r>
            <a:rPr lang="en-US" sz="2400" b="0" i="0">
              <a:latin typeface="Calibri" panose="020F0502020204030204" pitchFamily="34" charset="0"/>
              <a:cs typeface="Calibri" panose="020F0502020204030204" pitchFamily="34" charset="0"/>
            </a:rPr>
            <a:t>Parametric</a:t>
          </a:r>
        </a:p>
      </dgm:t>
    </dgm:pt>
    <dgm:pt modelId="{AE43C527-ED75-4159-8CEF-38188AE903AA}" type="parTrans" cxnId="{5A1127F9-6AEE-4617-9753-DEC62475FB5F}">
      <dgm:prSet/>
      <dgm:spPr/>
      <dgm:t>
        <a:bodyPr/>
        <a:lstStyle/>
        <a:p>
          <a:endParaRPr lang="en-US"/>
        </a:p>
      </dgm:t>
    </dgm:pt>
    <dgm:pt modelId="{C9C72C29-837A-4587-8DE1-6AA353A333D3}" type="sibTrans" cxnId="{5A1127F9-6AEE-4617-9753-DEC62475FB5F}">
      <dgm:prSet/>
      <dgm:spPr/>
      <dgm:t>
        <a:bodyPr/>
        <a:lstStyle/>
        <a:p>
          <a:endParaRPr lang="en-US"/>
        </a:p>
      </dgm:t>
    </dgm:pt>
    <dgm:pt modelId="{031A3F8C-DD7A-486B-8222-6841AA08184F}">
      <dgm:prSet custT="1"/>
      <dgm:spPr/>
      <dgm:t>
        <a:bodyPr/>
        <a:lstStyle/>
        <a:p>
          <a:pPr>
            <a:buClr>
              <a:schemeClr val="tx1"/>
            </a:buClr>
          </a:pPr>
          <a:r>
            <a:rPr lang="en-US" sz="2400" b="0" i="0">
              <a:solidFill>
                <a:schemeClr val="accent6"/>
              </a:solidFill>
              <a:latin typeface="Calibri" panose="020F0502020204030204" pitchFamily="34" charset="0"/>
              <a:cs typeface="Calibri" panose="020F0502020204030204" pitchFamily="34" charset="0"/>
            </a:rPr>
            <a:t>Multiple logistic regression</a:t>
          </a:r>
        </a:p>
      </dgm:t>
    </dgm:pt>
    <dgm:pt modelId="{B551C5F2-D764-4A48-97C7-6690011CFF64}" type="parTrans" cxnId="{E7457C48-EC2C-4E49-9587-6D5B072AF3AE}">
      <dgm:prSet/>
      <dgm:spPr/>
      <dgm:t>
        <a:bodyPr/>
        <a:lstStyle/>
        <a:p>
          <a:endParaRPr lang="en-US"/>
        </a:p>
      </dgm:t>
    </dgm:pt>
    <dgm:pt modelId="{38FEAE54-F626-4394-A919-D262CB7AA580}" type="sibTrans" cxnId="{E7457C48-EC2C-4E49-9587-6D5B072AF3AE}">
      <dgm:prSet/>
      <dgm:spPr/>
      <dgm:t>
        <a:bodyPr/>
        <a:lstStyle/>
        <a:p>
          <a:endParaRPr lang="en-US"/>
        </a:p>
      </dgm:t>
    </dgm:pt>
    <dgm:pt modelId="{1394A229-DDC3-4BF6-B973-1AEC5594FDC9}">
      <dgm:prSet custT="1"/>
      <dgm:spPr/>
      <dgm:t>
        <a:bodyPr/>
        <a:lstStyle/>
        <a:p>
          <a:pPr>
            <a:buClr>
              <a:schemeClr val="tx1"/>
            </a:buClr>
          </a:pPr>
          <a:r>
            <a:rPr lang="en-US" sz="2400" b="0" i="0">
              <a:solidFill>
                <a:schemeClr val="accent6"/>
              </a:solidFill>
              <a:latin typeface="Calibri" panose="020F0502020204030204" pitchFamily="34" charset="0"/>
              <a:cs typeface="Calibri" panose="020F0502020204030204" pitchFamily="34" charset="0"/>
            </a:rPr>
            <a:t>Quadratic discriminant analysis (QDA)</a:t>
          </a:r>
        </a:p>
      </dgm:t>
    </dgm:pt>
    <dgm:pt modelId="{DBB5CA60-6F5D-4826-A572-467B22761B82}" type="parTrans" cxnId="{0093BB66-3418-4D98-B947-4D0DCA20AE2F}">
      <dgm:prSet/>
      <dgm:spPr/>
      <dgm:t>
        <a:bodyPr/>
        <a:lstStyle/>
        <a:p>
          <a:endParaRPr lang="en-US"/>
        </a:p>
      </dgm:t>
    </dgm:pt>
    <dgm:pt modelId="{A05E0EBA-3D32-4CB4-B6D5-CA01DDC5C829}" type="sibTrans" cxnId="{0093BB66-3418-4D98-B947-4D0DCA20AE2F}">
      <dgm:prSet/>
      <dgm:spPr/>
      <dgm:t>
        <a:bodyPr/>
        <a:lstStyle/>
        <a:p>
          <a:endParaRPr lang="en-US"/>
        </a:p>
      </dgm:t>
    </dgm:pt>
    <dgm:pt modelId="{23B90D6E-8EC7-4FF3-9EA9-16A6D2117A13}">
      <dgm:prSet custT="1"/>
      <dgm:spPr/>
      <dgm:t>
        <a:bodyPr/>
        <a:lstStyle/>
        <a:p>
          <a:pPr>
            <a:buClr>
              <a:schemeClr val="tx1"/>
            </a:buClr>
          </a:pPr>
          <a:r>
            <a:rPr lang="en-US" sz="2400" b="0" i="0">
              <a:solidFill>
                <a:schemeClr val="accent6"/>
              </a:solidFill>
              <a:latin typeface="Calibri" panose="020F0502020204030204" pitchFamily="34" charset="0"/>
              <a:cs typeface="Calibri" panose="020F0502020204030204" pitchFamily="34" charset="0"/>
            </a:rPr>
            <a:t>Lasso regression</a:t>
          </a:r>
        </a:p>
      </dgm:t>
    </dgm:pt>
    <dgm:pt modelId="{42D547A1-4F62-4D3C-8261-F6614BB6C46C}" type="parTrans" cxnId="{AB5C6A3D-DAEF-463E-AC23-A372A08F9535}">
      <dgm:prSet/>
      <dgm:spPr/>
      <dgm:t>
        <a:bodyPr/>
        <a:lstStyle/>
        <a:p>
          <a:endParaRPr lang="en-US"/>
        </a:p>
      </dgm:t>
    </dgm:pt>
    <dgm:pt modelId="{0A38CB34-1BE8-47C2-AC3A-B51C17361BF8}" type="sibTrans" cxnId="{AB5C6A3D-DAEF-463E-AC23-A372A08F9535}">
      <dgm:prSet/>
      <dgm:spPr/>
      <dgm:t>
        <a:bodyPr/>
        <a:lstStyle/>
        <a:p>
          <a:endParaRPr lang="en-US"/>
        </a:p>
      </dgm:t>
    </dgm:pt>
    <dgm:pt modelId="{DF4E5A8C-4E11-48C2-9502-74F6C321E0A5}">
      <dgm:prSet custT="1"/>
      <dgm:spPr/>
      <dgm:t>
        <a:bodyPr/>
        <a:lstStyle/>
        <a:p>
          <a:pPr>
            <a:buClr>
              <a:schemeClr val="tx1"/>
            </a:buClr>
          </a:pPr>
          <a:r>
            <a:rPr lang="en-US" sz="2400" b="0" i="0">
              <a:solidFill>
                <a:schemeClr val="accent6"/>
              </a:solidFill>
              <a:latin typeface="Calibri" panose="020F0502020204030204" pitchFamily="34" charset="0"/>
              <a:cs typeface="Calibri" panose="020F0502020204030204" pitchFamily="34" charset="0"/>
            </a:rPr>
            <a:t>Naïve Bayes</a:t>
          </a:r>
        </a:p>
      </dgm:t>
    </dgm:pt>
    <dgm:pt modelId="{C225ECE6-8C73-4EB5-A23E-2419C7A32312}" type="parTrans" cxnId="{FC6388A3-7551-4EB7-A662-5530CD0EBCA5}">
      <dgm:prSet/>
      <dgm:spPr/>
      <dgm:t>
        <a:bodyPr/>
        <a:lstStyle/>
        <a:p>
          <a:endParaRPr lang="en-US"/>
        </a:p>
      </dgm:t>
    </dgm:pt>
    <dgm:pt modelId="{1141CE5F-B696-42A8-BC0D-F89E0C96990B}" type="sibTrans" cxnId="{FC6388A3-7551-4EB7-A662-5530CD0EBCA5}">
      <dgm:prSet/>
      <dgm:spPr/>
      <dgm:t>
        <a:bodyPr/>
        <a:lstStyle/>
        <a:p>
          <a:endParaRPr lang="en-US"/>
        </a:p>
      </dgm:t>
    </dgm:pt>
    <dgm:pt modelId="{87E15D04-DE07-4B31-8B31-EABE9E5E1CC5}">
      <dgm:prSet custT="1"/>
      <dgm:spPr/>
      <dgm:t>
        <a:bodyPr/>
        <a:lstStyle/>
        <a:p>
          <a:r>
            <a:rPr lang="en-US" sz="2400" b="0" i="0">
              <a:latin typeface="Calibri" panose="020F0502020204030204" pitchFamily="34" charset="0"/>
              <a:cs typeface="Calibri" panose="020F0502020204030204" pitchFamily="34" charset="0"/>
            </a:rPr>
            <a:t>Non-parametric</a:t>
          </a:r>
        </a:p>
      </dgm:t>
    </dgm:pt>
    <dgm:pt modelId="{5B1B0510-D42F-4835-8296-A1BB633F2689}" type="parTrans" cxnId="{1D337E0D-C137-43A5-8F2F-3231384E1746}">
      <dgm:prSet/>
      <dgm:spPr/>
      <dgm:t>
        <a:bodyPr/>
        <a:lstStyle/>
        <a:p>
          <a:endParaRPr lang="en-US"/>
        </a:p>
      </dgm:t>
    </dgm:pt>
    <dgm:pt modelId="{8DDE87F7-5B6B-42B2-ACFE-95A23DD2B81A}" type="sibTrans" cxnId="{1D337E0D-C137-43A5-8F2F-3231384E1746}">
      <dgm:prSet/>
      <dgm:spPr/>
      <dgm:t>
        <a:bodyPr/>
        <a:lstStyle/>
        <a:p>
          <a:endParaRPr lang="en-US"/>
        </a:p>
      </dgm:t>
    </dgm:pt>
    <dgm:pt modelId="{6059FF81-ECE0-4233-953A-64367967B705}">
      <dgm:prSet custT="1"/>
      <dgm:spPr/>
      <dgm:t>
        <a:bodyPr/>
        <a:lstStyle/>
        <a:p>
          <a:pPr>
            <a:buClr>
              <a:schemeClr val="tx1"/>
            </a:buClr>
          </a:pPr>
          <a:r>
            <a:rPr lang="en-US" sz="2400" b="0" i="0">
              <a:solidFill>
                <a:schemeClr val="accent6"/>
              </a:solidFill>
              <a:latin typeface="Calibri" panose="020F0502020204030204" pitchFamily="34" charset="0"/>
              <a:cs typeface="Calibri" panose="020F0502020204030204" pitchFamily="34" charset="0"/>
            </a:rPr>
            <a:t>Radial Kernel vector classifier (SVM)</a:t>
          </a:r>
        </a:p>
      </dgm:t>
    </dgm:pt>
    <dgm:pt modelId="{0EE4D5EA-C193-40B1-B8FA-3D35D0B1DAB6}" type="parTrans" cxnId="{5BE3E901-8AC6-4315-8AD0-283D6A78CAB4}">
      <dgm:prSet/>
      <dgm:spPr/>
      <dgm:t>
        <a:bodyPr/>
        <a:lstStyle/>
        <a:p>
          <a:endParaRPr lang="en-US"/>
        </a:p>
      </dgm:t>
    </dgm:pt>
    <dgm:pt modelId="{4ED98BD1-3CCE-49CD-A915-88D16A368EE0}" type="sibTrans" cxnId="{5BE3E901-8AC6-4315-8AD0-283D6A78CAB4}">
      <dgm:prSet/>
      <dgm:spPr/>
      <dgm:t>
        <a:bodyPr/>
        <a:lstStyle/>
        <a:p>
          <a:endParaRPr lang="en-US"/>
        </a:p>
      </dgm:t>
    </dgm:pt>
    <dgm:pt modelId="{32084A18-9881-40F5-B360-712857EB44C5}">
      <dgm:prSet custT="1"/>
      <dgm:spPr/>
      <dgm:t>
        <a:bodyPr/>
        <a:lstStyle/>
        <a:p>
          <a:pPr>
            <a:buClr>
              <a:schemeClr val="tx1"/>
            </a:buClr>
          </a:pPr>
          <a:r>
            <a:rPr lang="en-US" sz="2400" b="0" i="0">
              <a:solidFill>
                <a:schemeClr val="accent6"/>
              </a:solidFill>
              <a:latin typeface="Calibri" panose="020F0502020204030204" pitchFamily="34" charset="0"/>
              <a:cs typeface="Calibri" panose="020F0502020204030204" pitchFamily="34" charset="0"/>
            </a:rPr>
            <a:t>Classification trees</a:t>
          </a:r>
        </a:p>
      </dgm:t>
    </dgm:pt>
    <dgm:pt modelId="{5F95EC47-3D4D-43AF-896D-DE8E838CD7FE}" type="parTrans" cxnId="{BD2986D1-B0B7-4784-9E0A-60D391C92B3E}">
      <dgm:prSet/>
      <dgm:spPr/>
      <dgm:t>
        <a:bodyPr/>
        <a:lstStyle/>
        <a:p>
          <a:endParaRPr lang="en-US"/>
        </a:p>
      </dgm:t>
    </dgm:pt>
    <dgm:pt modelId="{31398225-F839-4824-B1C4-E84CC91F6A02}" type="sibTrans" cxnId="{BD2986D1-B0B7-4784-9E0A-60D391C92B3E}">
      <dgm:prSet/>
      <dgm:spPr/>
      <dgm:t>
        <a:bodyPr/>
        <a:lstStyle/>
        <a:p>
          <a:endParaRPr lang="en-US"/>
        </a:p>
      </dgm:t>
    </dgm:pt>
    <dgm:pt modelId="{735BFB48-6418-446E-9082-53F870A8E849}">
      <dgm:prSet custT="1"/>
      <dgm:spPr/>
      <dgm:t>
        <a:bodyPr/>
        <a:lstStyle/>
        <a:p>
          <a:pPr>
            <a:buClr>
              <a:schemeClr val="tx1"/>
            </a:buClr>
          </a:pPr>
          <a:r>
            <a:rPr lang="en-US" sz="2400" b="0" i="0">
              <a:solidFill>
                <a:schemeClr val="accent6"/>
              </a:solidFill>
              <a:latin typeface="Calibri" panose="020F0502020204030204" pitchFamily="34" charset="0"/>
              <a:cs typeface="Calibri" panose="020F0502020204030204" pitchFamily="34" charset="0"/>
            </a:rPr>
            <a:t>K-nearest neighbor (KNN)</a:t>
          </a:r>
        </a:p>
      </dgm:t>
    </dgm:pt>
    <dgm:pt modelId="{8F8382A5-DC0D-4276-89DD-6A4201173806}" type="parTrans" cxnId="{EFDD8677-E985-43B5-81E2-A262C30961BA}">
      <dgm:prSet/>
      <dgm:spPr/>
      <dgm:t>
        <a:bodyPr/>
        <a:lstStyle/>
        <a:p>
          <a:endParaRPr lang="en-US"/>
        </a:p>
      </dgm:t>
    </dgm:pt>
    <dgm:pt modelId="{57064756-451B-4402-9EAD-AE3EB3A00AE8}" type="sibTrans" cxnId="{EFDD8677-E985-43B5-81E2-A262C30961BA}">
      <dgm:prSet/>
      <dgm:spPr/>
      <dgm:t>
        <a:bodyPr/>
        <a:lstStyle/>
        <a:p>
          <a:endParaRPr lang="en-US"/>
        </a:p>
      </dgm:t>
    </dgm:pt>
    <dgm:pt modelId="{AB115B63-B664-C949-99DA-B61C85064418}" type="pres">
      <dgm:prSet presAssocID="{60443FBE-9A00-4FD7-BE7A-6386F32D6A1E}" presName="linear" presStyleCnt="0">
        <dgm:presLayoutVars>
          <dgm:dir/>
          <dgm:animLvl val="lvl"/>
          <dgm:resizeHandles val="exact"/>
        </dgm:presLayoutVars>
      </dgm:prSet>
      <dgm:spPr/>
    </dgm:pt>
    <dgm:pt modelId="{116B6736-0FE2-9E41-BD08-D63AEF057F18}" type="pres">
      <dgm:prSet presAssocID="{DF7F30A1-6373-44F5-9CB9-0E5D399F9B7B}" presName="parentLin" presStyleCnt="0"/>
      <dgm:spPr/>
    </dgm:pt>
    <dgm:pt modelId="{96FBD772-DBE7-B049-BA0B-45E0931DF47F}" type="pres">
      <dgm:prSet presAssocID="{DF7F30A1-6373-44F5-9CB9-0E5D399F9B7B}" presName="parentLeftMargin" presStyleLbl="node1" presStyleIdx="0" presStyleCnt="2"/>
      <dgm:spPr/>
    </dgm:pt>
    <dgm:pt modelId="{98ECC3D5-028C-594C-8B4A-8B92DD57232E}" type="pres">
      <dgm:prSet presAssocID="{DF7F30A1-6373-44F5-9CB9-0E5D399F9B7B}" presName="parentText" presStyleLbl="node1" presStyleIdx="0" presStyleCnt="2">
        <dgm:presLayoutVars>
          <dgm:chMax val="0"/>
          <dgm:bulletEnabled val="1"/>
        </dgm:presLayoutVars>
      </dgm:prSet>
      <dgm:spPr/>
    </dgm:pt>
    <dgm:pt modelId="{BDF00BFA-7F8F-5C42-98E9-545D3E82967C}" type="pres">
      <dgm:prSet presAssocID="{DF7F30A1-6373-44F5-9CB9-0E5D399F9B7B}" presName="negativeSpace" presStyleCnt="0"/>
      <dgm:spPr/>
    </dgm:pt>
    <dgm:pt modelId="{3F08063C-C5A1-7E4E-A1FD-1381A20F32AC}" type="pres">
      <dgm:prSet presAssocID="{DF7F30A1-6373-44F5-9CB9-0E5D399F9B7B}" presName="childText" presStyleLbl="conFgAcc1" presStyleIdx="0" presStyleCnt="2">
        <dgm:presLayoutVars>
          <dgm:bulletEnabled val="1"/>
        </dgm:presLayoutVars>
      </dgm:prSet>
      <dgm:spPr/>
    </dgm:pt>
    <dgm:pt modelId="{6F8AE834-CC77-0146-A87E-C5F6120C1639}" type="pres">
      <dgm:prSet presAssocID="{C9C72C29-837A-4587-8DE1-6AA353A333D3}" presName="spaceBetweenRectangles" presStyleCnt="0"/>
      <dgm:spPr/>
    </dgm:pt>
    <dgm:pt modelId="{BC5F1F9C-54BF-EA40-A3A6-266D660A0236}" type="pres">
      <dgm:prSet presAssocID="{87E15D04-DE07-4B31-8B31-EABE9E5E1CC5}" presName="parentLin" presStyleCnt="0"/>
      <dgm:spPr/>
    </dgm:pt>
    <dgm:pt modelId="{43199D73-C826-CE40-AAEA-EB0B2E6E8FC8}" type="pres">
      <dgm:prSet presAssocID="{87E15D04-DE07-4B31-8B31-EABE9E5E1CC5}" presName="parentLeftMargin" presStyleLbl="node1" presStyleIdx="0" presStyleCnt="2"/>
      <dgm:spPr/>
    </dgm:pt>
    <dgm:pt modelId="{A1EB3E6F-E510-664C-B326-38337FC70E50}" type="pres">
      <dgm:prSet presAssocID="{87E15D04-DE07-4B31-8B31-EABE9E5E1CC5}" presName="parentText" presStyleLbl="node1" presStyleIdx="1" presStyleCnt="2">
        <dgm:presLayoutVars>
          <dgm:chMax val="0"/>
          <dgm:bulletEnabled val="1"/>
        </dgm:presLayoutVars>
      </dgm:prSet>
      <dgm:spPr/>
    </dgm:pt>
    <dgm:pt modelId="{795943F7-36B2-6342-B7BA-4F13C52C746A}" type="pres">
      <dgm:prSet presAssocID="{87E15D04-DE07-4B31-8B31-EABE9E5E1CC5}" presName="negativeSpace" presStyleCnt="0"/>
      <dgm:spPr/>
    </dgm:pt>
    <dgm:pt modelId="{2FD4D2B3-432B-7742-A259-ECACBA63558B}" type="pres">
      <dgm:prSet presAssocID="{87E15D04-DE07-4B31-8B31-EABE9E5E1CC5}" presName="childText" presStyleLbl="conFgAcc1" presStyleIdx="1" presStyleCnt="2">
        <dgm:presLayoutVars>
          <dgm:bulletEnabled val="1"/>
        </dgm:presLayoutVars>
      </dgm:prSet>
      <dgm:spPr/>
    </dgm:pt>
  </dgm:ptLst>
  <dgm:cxnLst>
    <dgm:cxn modelId="{AC157F01-631A-7147-B430-ED5485F9D0D3}" type="presOf" srcId="{DF4E5A8C-4E11-48C2-9502-74F6C321E0A5}" destId="{3F08063C-C5A1-7E4E-A1FD-1381A20F32AC}" srcOrd="0" destOrd="3" presId="urn:microsoft.com/office/officeart/2005/8/layout/list1"/>
    <dgm:cxn modelId="{5BE3E901-8AC6-4315-8AD0-283D6A78CAB4}" srcId="{87E15D04-DE07-4B31-8B31-EABE9E5E1CC5}" destId="{6059FF81-ECE0-4233-953A-64367967B705}" srcOrd="0" destOrd="0" parTransId="{0EE4D5EA-C193-40B1-B8FA-3D35D0B1DAB6}" sibTransId="{4ED98BD1-3CCE-49CD-A915-88D16A368EE0}"/>
    <dgm:cxn modelId="{1D337E0D-C137-43A5-8F2F-3231384E1746}" srcId="{60443FBE-9A00-4FD7-BE7A-6386F32D6A1E}" destId="{87E15D04-DE07-4B31-8B31-EABE9E5E1CC5}" srcOrd="1" destOrd="0" parTransId="{5B1B0510-D42F-4835-8296-A1BB633F2689}" sibTransId="{8DDE87F7-5B6B-42B2-ACFE-95A23DD2B81A}"/>
    <dgm:cxn modelId="{F060841E-782B-C543-AF89-6AE98447D651}" type="presOf" srcId="{DF7F30A1-6373-44F5-9CB9-0E5D399F9B7B}" destId="{98ECC3D5-028C-594C-8B4A-8B92DD57232E}" srcOrd="1" destOrd="0" presId="urn:microsoft.com/office/officeart/2005/8/layout/list1"/>
    <dgm:cxn modelId="{AB5C6A3D-DAEF-463E-AC23-A372A08F9535}" srcId="{DF7F30A1-6373-44F5-9CB9-0E5D399F9B7B}" destId="{23B90D6E-8EC7-4FF3-9EA9-16A6D2117A13}" srcOrd="2" destOrd="0" parTransId="{42D547A1-4F62-4D3C-8261-F6614BB6C46C}" sibTransId="{0A38CB34-1BE8-47C2-AC3A-B51C17361BF8}"/>
    <dgm:cxn modelId="{0093BB66-3418-4D98-B947-4D0DCA20AE2F}" srcId="{DF7F30A1-6373-44F5-9CB9-0E5D399F9B7B}" destId="{1394A229-DDC3-4BF6-B973-1AEC5594FDC9}" srcOrd="1" destOrd="0" parTransId="{DBB5CA60-6F5D-4826-A572-467B22761B82}" sibTransId="{A05E0EBA-3D32-4CB4-B6D5-CA01DDC5C829}"/>
    <dgm:cxn modelId="{E7457C48-EC2C-4E49-9587-6D5B072AF3AE}" srcId="{DF7F30A1-6373-44F5-9CB9-0E5D399F9B7B}" destId="{031A3F8C-DD7A-486B-8222-6841AA08184F}" srcOrd="0" destOrd="0" parTransId="{B551C5F2-D764-4A48-97C7-6690011CFF64}" sibTransId="{38FEAE54-F626-4394-A919-D262CB7AA580}"/>
    <dgm:cxn modelId="{E8665752-20AD-2248-9A1C-61FB61AEF15E}" type="presOf" srcId="{60443FBE-9A00-4FD7-BE7A-6386F32D6A1E}" destId="{AB115B63-B664-C949-99DA-B61C85064418}" srcOrd="0" destOrd="0" presId="urn:microsoft.com/office/officeart/2005/8/layout/list1"/>
    <dgm:cxn modelId="{023D6A73-3DF7-EE42-8846-8DAF337650E3}" type="presOf" srcId="{32084A18-9881-40F5-B360-712857EB44C5}" destId="{2FD4D2B3-432B-7742-A259-ECACBA63558B}" srcOrd="0" destOrd="1" presId="urn:microsoft.com/office/officeart/2005/8/layout/list1"/>
    <dgm:cxn modelId="{EFDD8677-E985-43B5-81E2-A262C30961BA}" srcId="{87E15D04-DE07-4B31-8B31-EABE9E5E1CC5}" destId="{735BFB48-6418-446E-9082-53F870A8E849}" srcOrd="2" destOrd="0" parTransId="{8F8382A5-DC0D-4276-89DD-6A4201173806}" sibTransId="{57064756-451B-4402-9EAD-AE3EB3A00AE8}"/>
    <dgm:cxn modelId="{FC6388A3-7551-4EB7-A662-5530CD0EBCA5}" srcId="{DF7F30A1-6373-44F5-9CB9-0E5D399F9B7B}" destId="{DF4E5A8C-4E11-48C2-9502-74F6C321E0A5}" srcOrd="3" destOrd="0" parTransId="{C225ECE6-8C73-4EB5-A23E-2419C7A32312}" sibTransId="{1141CE5F-B696-42A8-BC0D-F89E0C96990B}"/>
    <dgm:cxn modelId="{62DBA2B4-1233-6049-AF9E-BBDE6AE8AB29}" type="presOf" srcId="{87E15D04-DE07-4B31-8B31-EABE9E5E1CC5}" destId="{A1EB3E6F-E510-664C-B326-38337FC70E50}" srcOrd="1" destOrd="0" presId="urn:microsoft.com/office/officeart/2005/8/layout/list1"/>
    <dgm:cxn modelId="{1D2FA1CB-4FD7-C34A-AC83-DEFC8A59A2B5}" type="presOf" srcId="{23B90D6E-8EC7-4FF3-9EA9-16A6D2117A13}" destId="{3F08063C-C5A1-7E4E-A1FD-1381A20F32AC}" srcOrd="0" destOrd="2" presId="urn:microsoft.com/office/officeart/2005/8/layout/list1"/>
    <dgm:cxn modelId="{D9667BD1-6061-CB4C-91CD-DFB49F1B0E8D}" type="presOf" srcId="{031A3F8C-DD7A-486B-8222-6841AA08184F}" destId="{3F08063C-C5A1-7E4E-A1FD-1381A20F32AC}" srcOrd="0" destOrd="0" presId="urn:microsoft.com/office/officeart/2005/8/layout/list1"/>
    <dgm:cxn modelId="{BD2986D1-B0B7-4784-9E0A-60D391C92B3E}" srcId="{87E15D04-DE07-4B31-8B31-EABE9E5E1CC5}" destId="{32084A18-9881-40F5-B360-712857EB44C5}" srcOrd="1" destOrd="0" parTransId="{5F95EC47-3D4D-43AF-896D-DE8E838CD7FE}" sibTransId="{31398225-F839-4824-B1C4-E84CC91F6A02}"/>
    <dgm:cxn modelId="{EEDD33D4-8C3C-3146-9AA2-B77E23B0CD62}" type="presOf" srcId="{1394A229-DDC3-4BF6-B973-1AEC5594FDC9}" destId="{3F08063C-C5A1-7E4E-A1FD-1381A20F32AC}" srcOrd="0" destOrd="1" presId="urn:microsoft.com/office/officeart/2005/8/layout/list1"/>
    <dgm:cxn modelId="{A38295DE-352D-8048-93D8-5D584541836A}" type="presOf" srcId="{735BFB48-6418-446E-9082-53F870A8E849}" destId="{2FD4D2B3-432B-7742-A259-ECACBA63558B}" srcOrd="0" destOrd="2" presId="urn:microsoft.com/office/officeart/2005/8/layout/list1"/>
    <dgm:cxn modelId="{54FBB4E2-B600-8B4D-8C31-B6F7B6AB5AFC}" type="presOf" srcId="{87E15D04-DE07-4B31-8B31-EABE9E5E1CC5}" destId="{43199D73-C826-CE40-AAEA-EB0B2E6E8FC8}" srcOrd="0" destOrd="0" presId="urn:microsoft.com/office/officeart/2005/8/layout/list1"/>
    <dgm:cxn modelId="{5A1127F9-6AEE-4617-9753-DEC62475FB5F}" srcId="{60443FBE-9A00-4FD7-BE7A-6386F32D6A1E}" destId="{DF7F30A1-6373-44F5-9CB9-0E5D399F9B7B}" srcOrd="0" destOrd="0" parTransId="{AE43C527-ED75-4159-8CEF-38188AE903AA}" sibTransId="{C9C72C29-837A-4587-8DE1-6AA353A333D3}"/>
    <dgm:cxn modelId="{76182FFE-0120-2E4A-A2F7-3C34B0E0F1C4}" type="presOf" srcId="{DF7F30A1-6373-44F5-9CB9-0E5D399F9B7B}" destId="{96FBD772-DBE7-B049-BA0B-45E0931DF47F}" srcOrd="0" destOrd="0" presId="urn:microsoft.com/office/officeart/2005/8/layout/list1"/>
    <dgm:cxn modelId="{248B6DFE-D550-564F-BB8F-FDA64F14906D}" type="presOf" srcId="{6059FF81-ECE0-4233-953A-64367967B705}" destId="{2FD4D2B3-432B-7742-A259-ECACBA63558B}" srcOrd="0" destOrd="0" presId="urn:microsoft.com/office/officeart/2005/8/layout/list1"/>
    <dgm:cxn modelId="{251560C1-E5FA-0D40-986A-5495F616B096}" type="presParOf" srcId="{AB115B63-B664-C949-99DA-B61C85064418}" destId="{116B6736-0FE2-9E41-BD08-D63AEF057F18}" srcOrd="0" destOrd="0" presId="urn:microsoft.com/office/officeart/2005/8/layout/list1"/>
    <dgm:cxn modelId="{C37AB290-F353-8149-BF80-F26E88B2B632}" type="presParOf" srcId="{116B6736-0FE2-9E41-BD08-D63AEF057F18}" destId="{96FBD772-DBE7-B049-BA0B-45E0931DF47F}" srcOrd="0" destOrd="0" presId="urn:microsoft.com/office/officeart/2005/8/layout/list1"/>
    <dgm:cxn modelId="{D7CB5D1A-53DB-F344-85D4-6B6AB8E879D1}" type="presParOf" srcId="{116B6736-0FE2-9E41-BD08-D63AEF057F18}" destId="{98ECC3D5-028C-594C-8B4A-8B92DD57232E}" srcOrd="1" destOrd="0" presId="urn:microsoft.com/office/officeart/2005/8/layout/list1"/>
    <dgm:cxn modelId="{F89FDFC2-B70F-C744-A4AF-775E2DE94175}" type="presParOf" srcId="{AB115B63-B664-C949-99DA-B61C85064418}" destId="{BDF00BFA-7F8F-5C42-98E9-545D3E82967C}" srcOrd="1" destOrd="0" presId="urn:microsoft.com/office/officeart/2005/8/layout/list1"/>
    <dgm:cxn modelId="{D3EF1CD7-4899-1444-8B65-B5658E60CD15}" type="presParOf" srcId="{AB115B63-B664-C949-99DA-B61C85064418}" destId="{3F08063C-C5A1-7E4E-A1FD-1381A20F32AC}" srcOrd="2" destOrd="0" presId="urn:microsoft.com/office/officeart/2005/8/layout/list1"/>
    <dgm:cxn modelId="{B675E24B-A86E-C94C-A615-D0D956E5E688}" type="presParOf" srcId="{AB115B63-B664-C949-99DA-B61C85064418}" destId="{6F8AE834-CC77-0146-A87E-C5F6120C1639}" srcOrd="3" destOrd="0" presId="urn:microsoft.com/office/officeart/2005/8/layout/list1"/>
    <dgm:cxn modelId="{378E78A4-F9FD-1846-8457-06B4C82A66CB}" type="presParOf" srcId="{AB115B63-B664-C949-99DA-B61C85064418}" destId="{BC5F1F9C-54BF-EA40-A3A6-266D660A0236}" srcOrd="4" destOrd="0" presId="urn:microsoft.com/office/officeart/2005/8/layout/list1"/>
    <dgm:cxn modelId="{DE807473-8524-384C-8CD0-5FD6008612E6}" type="presParOf" srcId="{BC5F1F9C-54BF-EA40-A3A6-266D660A0236}" destId="{43199D73-C826-CE40-AAEA-EB0B2E6E8FC8}" srcOrd="0" destOrd="0" presId="urn:microsoft.com/office/officeart/2005/8/layout/list1"/>
    <dgm:cxn modelId="{34A5F701-A309-E244-9E9F-DE4C767BBC09}" type="presParOf" srcId="{BC5F1F9C-54BF-EA40-A3A6-266D660A0236}" destId="{A1EB3E6F-E510-664C-B326-38337FC70E50}" srcOrd="1" destOrd="0" presId="urn:microsoft.com/office/officeart/2005/8/layout/list1"/>
    <dgm:cxn modelId="{9E73014D-5547-5F41-84B2-6B0530E200DA}" type="presParOf" srcId="{AB115B63-B664-C949-99DA-B61C85064418}" destId="{795943F7-36B2-6342-B7BA-4F13C52C746A}" srcOrd="5" destOrd="0" presId="urn:microsoft.com/office/officeart/2005/8/layout/list1"/>
    <dgm:cxn modelId="{032E5440-514B-AA48-B53D-64517B2DE7BC}" type="presParOf" srcId="{AB115B63-B664-C949-99DA-B61C85064418}" destId="{2FD4D2B3-432B-7742-A259-ECACBA63558B}"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B9BE42D-E497-4919-9C57-8DA888FE99FF}" type="doc">
      <dgm:prSet loTypeId="urn:microsoft.com/office/officeart/2018/2/layout/IconLabelDescriptionList" loCatId="icon" qsTypeId="urn:microsoft.com/office/officeart/2005/8/quickstyle/simple1" qsCatId="simple" csTypeId="urn:microsoft.com/office/officeart/2005/8/colors/colorful3" csCatId="colorful" phldr="1"/>
      <dgm:spPr/>
      <dgm:t>
        <a:bodyPr/>
        <a:lstStyle/>
        <a:p>
          <a:endParaRPr lang="en-US"/>
        </a:p>
      </dgm:t>
    </dgm:pt>
    <dgm:pt modelId="{F131859C-D203-4641-B745-4F9A4A827C63}">
      <dgm:prSet custT="1"/>
      <dgm:spPr/>
      <dgm:t>
        <a:bodyPr/>
        <a:lstStyle/>
        <a:p>
          <a:pPr algn="ctr">
            <a:lnSpc>
              <a:spcPct val="100000"/>
            </a:lnSpc>
            <a:defRPr b="1"/>
          </a:pPr>
          <a:r>
            <a:rPr lang="en-US" sz="3200" b="0" i="0">
              <a:solidFill>
                <a:schemeClr val="accent6"/>
              </a:solidFill>
              <a:latin typeface="Calibri" panose="020F0502020204030204" pitchFamily="34" charset="0"/>
              <a:cs typeface="Calibri" panose="020F0502020204030204" pitchFamily="34" charset="0"/>
            </a:rPr>
            <a:t>Neural networks</a:t>
          </a:r>
        </a:p>
      </dgm:t>
    </dgm:pt>
    <dgm:pt modelId="{7B3685DD-B94B-4402-A2B9-2AE21377E88A}" type="parTrans" cxnId="{A6214716-860C-4901-A9D6-266B32FCAE5A}">
      <dgm:prSet/>
      <dgm:spPr/>
      <dgm:t>
        <a:bodyPr/>
        <a:lstStyle/>
        <a:p>
          <a:pPr algn="ctr"/>
          <a:endParaRPr lang="en-US"/>
        </a:p>
      </dgm:t>
    </dgm:pt>
    <dgm:pt modelId="{30D188E1-322E-4374-9A1D-DD58FB327B0E}" type="sibTrans" cxnId="{A6214716-860C-4901-A9D6-266B32FCAE5A}">
      <dgm:prSet/>
      <dgm:spPr/>
      <dgm:t>
        <a:bodyPr/>
        <a:lstStyle/>
        <a:p>
          <a:pPr algn="ctr"/>
          <a:endParaRPr lang="en-US"/>
        </a:p>
      </dgm:t>
    </dgm:pt>
    <dgm:pt modelId="{372BE62C-EBB1-4783-BACF-E9679EB1C296}">
      <dgm:prSet custT="1"/>
      <dgm:spPr/>
      <dgm:t>
        <a:bodyPr/>
        <a:lstStyle/>
        <a:p>
          <a:pPr algn="ctr">
            <a:lnSpc>
              <a:spcPct val="100000"/>
            </a:lnSpc>
            <a:defRPr b="1"/>
          </a:pPr>
          <a:r>
            <a:rPr lang="en-US" sz="3200" b="0" i="0">
              <a:solidFill>
                <a:schemeClr val="accent6"/>
              </a:solidFill>
              <a:latin typeface="Calibri" panose="020F0502020204030204" pitchFamily="34" charset="0"/>
              <a:cs typeface="Calibri" panose="020F0502020204030204" pitchFamily="34" charset="0"/>
            </a:rPr>
            <a:t>Feature selection</a:t>
          </a:r>
        </a:p>
      </dgm:t>
    </dgm:pt>
    <dgm:pt modelId="{9733849E-7A5A-4C99-BBC2-84D19CE7BC91}" type="parTrans" cxnId="{507F1D59-F2BA-40F3-AFCC-9FC971BB2789}">
      <dgm:prSet/>
      <dgm:spPr/>
      <dgm:t>
        <a:bodyPr/>
        <a:lstStyle/>
        <a:p>
          <a:pPr algn="ctr"/>
          <a:endParaRPr lang="en-US"/>
        </a:p>
      </dgm:t>
    </dgm:pt>
    <dgm:pt modelId="{A404E486-D523-4F09-9862-B03B08EABD51}" type="sibTrans" cxnId="{507F1D59-F2BA-40F3-AFCC-9FC971BB2789}">
      <dgm:prSet/>
      <dgm:spPr/>
      <dgm:t>
        <a:bodyPr/>
        <a:lstStyle/>
        <a:p>
          <a:pPr algn="ctr"/>
          <a:endParaRPr lang="en-US"/>
        </a:p>
      </dgm:t>
    </dgm:pt>
    <dgm:pt modelId="{3EB179CD-74FE-4B46-8DC0-4CB604E71B90}">
      <dgm:prSet custT="1"/>
      <dgm:spPr/>
      <dgm:t>
        <a:bodyPr/>
        <a:lstStyle/>
        <a:p>
          <a:pPr algn="ctr">
            <a:lnSpc>
              <a:spcPct val="100000"/>
            </a:lnSpc>
          </a:pPr>
          <a:r>
            <a:rPr lang="en-US" sz="1800" b="0" i="0">
              <a:latin typeface="Calibri" panose="020F0502020204030204" pitchFamily="34" charset="0"/>
              <a:cs typeface="Calibri" panose="020F0502020204030204" pitchFamily="34" charset="0"/>
            </a:rPr>
            <a:t>Boruta with 1000 importance source runs</a:t>
          </a:r>
        </a:p>
      </dgm:t>
    </dgm:pt>
    <dgm:pt modelId="{64574E74-C1E4-4D15-8105-8585D8BA1858}" type="parTrans" cxnId="{D3AD2D2F-FD8B-4472-9DD7-670E069C8EDA}">
      <dgm:prSet/>
      <dgm:spPr/>
      <dgm:t>
        <a:bodyPr/>
        <a:lstStyle/>
        <a:p>
          <a:pPr algn="ctr"/>
          <a:endParaRPr lang="en-US"/>
        </a:p>
      </dgm:t>
    </dgm:pt>
    <dgm:pt modelId="{A39B1FEF-4E73-48AF-A0DA-D546B068DA4E}" type="sibTrans" cxnId="{D3AD2D2F-FD8B-4472-9DD7-670E069C8EDA}">
      <dgm:prSet/>
      <dgm:spPr/>
      <dgm:t>
        <a:bodyPr/>
        <a:lstStyle/>
        <a:p>
          <a:pPr algn="ctr"/>
          <a:endParaRPr lang="en-US"/>
        </a:p>
      </dgm:t>
    </dgm:pt>
    <dgm:pt modelId="{686818E2-0AAD-4EB8-84A0-8E94BE02D394}">
      <dgm:prSet custT="1"/>
      <dgm:spPr/>
      <dgm:t>
        <a:bodyPr/>
        <a:lstStyle/>
        <a:p>
          <a:pPr algn="ctr">
            <a:lnSpc>
              <a:spcPct val="100000"/>
            </a:lnSpc>
          </a:pPr>
          <a:r>
            <a:rPr lang="en-US" sz="1800" b="0" i="0">
              <a:latin typeface="Calibri" panose="020F0502020204030204" pitchFamily="34" charset="0"/>
              <a:cs typeface="Calibri" panose="020F0502020204030204" pitchFamily="34" charset="0"/>
            </a:rPr>
            <a:t>154 of 753 features were identified as most important</a:t>
          </a:r>
        </a:p>
      </dgm:t>
    </dgm:pt>
    <dgm:pt modelId="{40ED06AF-96B0-4393-97C7-9E5AF24E5635}" type="parTrans" cxnId="{6950DE06-E06E-4CC9-A623-8044FB8E5A2E}">
      <dgm:prSet/>
      <dgm:spPr/>
      <dgm:t>
        <a:bodyPr/>
        <a:lstStyle/>
        <a:p>
          <a:pPr algn="ctr"/>
          <a:endParaRPr lang="en-US"/>
        </a:p>
      </dgm:t>
    </dgm:pt>
    <dgm:pt modelId="{2398444C-9E68-4913-A50C-84F99B25C77E}" type="sibTrans" cxnId="{6950DE06-E06E-4CC9-A623-8044FB8E5A2E}">
      <dgm:prSet/>
      <dgm:spPr/>
      <dgm:t>
        <a:bodyPr/>
        <a:lstStyle/>
        <a:p>
          <a:pPr algn="ctr"/>
          <a:endParaRPr lang="en-US"/>
        </a:p>
      </dgm:t>
    </dgm:pt>
    <dgm:pt modelId="{C2A79FDE-ED3D-4168-AF52-64E277EC912A}">
      <dgm:prSet custT="1"/>
      <dgm:spPr/>
      <dgm:t>
        <a:bodyPr/>
        <a:lstStyle/>
        <a:p>
          <a:pPr algn="ctr">
            <a:lnSpc>
              <a:spcPct val="100000"/>
            </a:lnSpc>
            <a:defRPr b="1"/>
          </a:pPr>
          <a:r>
            <a:rPr lang="en-US" sz="3200" b="0" i="0">
              <a:solidFill>
                <a:schemeClr val="accent6"/>
              </a:solidFill>
              <a:latin typeface="Calibri" panose="020F0502020204030204" pitchFamily="34" charset="0"/>
              <a:cs typeface="Calibri" panose="020F0502020204030204" pitchFamily="34" charset="0"/>
            </a:rPr>
            <a:t>Repeated measures </a:t>
          </a:r>
        </a:p>
      </dgm:t>
    </dgm:pt>
    <dgm:pt modelId="{646769F7-DA86-4D62-B224-F96DAA7F3D95}" type="parTrans" cxnId="{1E47C566-24DB-4862-AF62-730C853C3054}">
      <dgm:prSet/>
      <dgm:spPr/>
      <dgm:t>
        <a:bodyPr/>
        <a:lstStyle/>
        <a:p>
          <a:pPr algn="ctr"/>
          <a:endParaRPr lang="en-US"/>
        </a:p>
      </dgm:t>
    </dgm:pt>
    <dgm:pt modelId="{10F8A197-4728-4242-AC0D-97019E6A76B9}" type="sibTrans" cxnId="{1E47C566-24DB-4862-AF62-730C853C3054}">
      <dgm:prSet/>
      <dgm:spPr/>
      <dgm:t>
        <a:bodyPr/>
        <a:lstStyle/>
        <a:p>
          <a:pPr algn="ctr"/>
          <a:endParaRPr lang="en-US"/>
        </a:p>
      </dgm:t>
    </dgm:pt>
    <dgm:pt modelId="{14078AB3-855B-44E0-A5DF-CC6EEA7F1009}">
      <dgm:prSet custT="1"/>
      <dgm:spPr/>
      <dgm:t>
        <a:bodyPr/>
        <a:lstStyle/>
        <a:p>
          <a:pPr algn="ctr">
            <a:lnSpc>
              <a:spcPct val="100000"/>
            </a:lnSpc>
          </a:pPr>
          <a:r>
            <a:rPr lang="en-US" sz="1800" b="0" i="0">
              <a:latin typeface="Calibri" panose="020F0502020204030204" pitchFamily="34" charset="0"/>
              <a:cs typeface="Calibri" panose="020F0502020204030204" pitchFamily="34" charset="0"/>
            </a:rPr>
            <a:t>Mixed effects radial SVM</a:t>
          </a:r>
        </a:p>
      </dgm:t>
    </dgm:pt>
    <dgm:pt modelId="{6D20B241-842F-4815-81B9-96A3DB31B892}" type="parTrans" cxnId="{DF9C9EDC-DC2D-41C5-9FC1-477FF5D681F2}">
      <dgm:prSet/>
      <dgm:spPr/>
      <dgm:t>
        <a:bodyPr/>
        <a:lstStyle/>
        <a:p>
          <a:pPr algn="ctr"/>
          <a:endParaRPr lang="en-US"/>
        </a:p>
      </dgm:t>
    </dgm:pt>
    <dgm:pt modelId="{1DF84DCC-9AF0-4F7B-92D8-63A3C04653E2}" type="sibTrans" cxnId="{DF9C9EDC-DC2D-41C5-9FC1-477FF5D681F2}">
      <dgm:prSet/>
      <dgm:spPr/>
      <dgm:t>
        <a:bodyPr/>
        <a:lstStyle/>
        <a:p>
          <a:pPr algn="ctr"/>
          <a:endParaRPr lang="en-US"/>
        </a:p>
      </dgm:t>
    </dgm:pt>
    <dgm:pt modelId="{08E860D9-37C4-4905-887C-247AF3D6955F}">
      <dgm:prSet custT="1"/>
      <dgm:spPr/>
      <dgm:t>
        <a:bodyPr/>
        <a:lstStyle/>
        <a:p>
          <a:pPr algn="ctr">
            <a:lnSpc>
              <a:spcPct val="100000"/>
            </a:lnSpc>
          </a:pPr>
          <a:r>
            <a:rPr lang="en-US" sz="1800" b="0" i="0">
              <a:latin typeface="Calibri" panose="020F0502020204030204" pitchFamily="34" charset="0"/>
              <a:cs typeface="Calibri" panose="020F0502020204030204" pitchFamily="34" charset="0"/>
            </a:rPr>
            <a:t>Mixed effects random forest classification trees</a:t>
          </a:r>
        </a:p>
      </dgm:t>
    </dgm:pt>
    <dgm:pt modelId="{C1871D47-F4C4-4CAD-B5BC-623D2A57BD12}" type="parTrans" cxnId="{74322732-3C51-459B-A2D6-57205FEE038F}">
      <dgm:prSet/>
      <dgm:spPr/>
      <dgm:t>
        <a:bodyPr/>
        <a:lstStyle/>
        <a:p>
          <a:pPr algn="ctr"/>
          <a:endParaRPr lang="en-US"/>
        </a:p>
      </dgm:t>
    </dgm:pt>
    <dgm:pt modelId="{1207E8CC-BC34-4FD9-AACE-2B5F33A30C86}" type="sibTrans" cxnId="{74322732-3C51-459B-A2D6-57205FEE038F}">
      <dgm:prSet/>
      <dgm:spPr/>
      <dgm:t>
        <a:bodyPr/>
        <a:lstStyle/>
        <a:p>
          <a:pPr algn="ctr"/>
          <a:endParaRPr lang="en-US"/>
        </a:p>
      </dgm:t>
    </dgm:pt>
    <dgm:pt modelId="{28318706-C52A-45EA-B188-8B6FC0ABA59E}" type="pres">
      <dgm:prSet presAssocID="{9B9BE42D-E497-4919-9C57-8DA888FE99FF}" presName="root" presStyleCnt="0">
        <dgm:presLayoutVars>
          <dgm:dir/>
          <dgm:resizeHandles val="exact"/>
        </dgm:presLayoutVars>
      </dgm:prSet>
      <dgm:spPr/>
    </dgm:pt>
    <dgm:pt modelId="{3137281D-CB44-4F0C-A2B0-A5AA54DC0A91}" type="pres">
      <dgm:prSet presAssocID="{F131859C-D203-4641-B745-4F9A4A827C63}" presName="compNode" presStyleCnt="0"/>
      <dgm:spPr/>
    </dgm:pt>
    <dgm:pt modelId="{E96DF7F3-D8B1-4D7C-AA36-1007AA5A5542}" type="pres">
      <dgm:prSet presAssocID="{F131859C-D203-4641-B745-4F9A4A827C63}" presName="iconRect" presStyleLbl="node1" presStyleIdx="0" presStyleCnt="3" custLinFactNeighborX="86938" custLinFactNeighborY="-650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rain"/>
        </a:ext>
      </dgm:extLst>
    </dgm:pt>
    <dgm:pt modelId="{23AFA51C-0BD2-45F4-B38C-13F5ED63F7E7}" type="pres">
      <dgm:prSet presAssocID="{F131859C-D203-4641-B745-4F9A4A827C63}" presName="iconSpace" presStyleCnt="0"/>
      <dgm:spPr/>
    </dgm:pt>
    <dgm:pt modelId="{3B57C06A-4EF4-42CF-9B85-AEA2CDEEC7EC}" type="pres">
      <dgm:prSet presAssocID="{F131859C-D203-4641-B745-4F9A4A827C63}" presName="parTx" presStyleLbl="revTx" presStyleIdx="0" presStyleCnt="6">
        <dgm:presLayoutVars>
          <dgm:chMax val="0"/>
          <dgm:chPref val="0"/>
        </dgm:presLayoutVars>
      </dgm:prSet>
      <dgm:spPr/>
    </dgm:pt>
    <dgm:pt modelId="{267B7A8E-C026-4514-AEE1-7C16E9ABB553}" type="pres">
      <dgm:prSet presAssocID="{F131859C-D203-4641-B745-4F9A4A827C63}" presName="txSpace" presStyleCnt="0"/>
      <dgm:spPr/>
    </dgm:pt>
    <dgm:pt modelId="{F2916C3C-EE9E-4902-9496-0EAA1F1B24AD}" type="pres">
      <dgm:prSet presAssocID="{F131859C-D203-4641-B745-4F9A4A827C63}" presName="desTx" presStyleLbl="revTx" presStyleIdx="1" presStyleCnt="6">
        <dgm:presLayoutVars/>
      </dgm:prSet>
      <dgm:spPr/>
    </dgm:pt>
    <dgm:pt modelId="{14C9DB13-7B53-4DF0-98A0-321BA8376376}" type="pres">
      <dgm:prSet presAssocID="{30D188E1-322E-4374-9A1D-DD58FB327B0E}" presName="sibTrans" presStyleCnt="0"/>
      <dgm:spPr/>
    </dgm:pt>
    <dgm:pt modelId="{2790E06B-6F94-458F-B193-7571BCDA0AA9}" type="pres">
      <dgm:prSet presAssocID="{372BE62C-EBB1-4783-BACF-E9679EB1C296}" presName="compNode" presStyleCnt="0"/>
      <dgm:spPr/>
    </dgm:pt>
    <dgm:pt modelId="{9AFD775C-F9CA-4A53-9BA5-B118B9FC7E10}" type="pres">
      <dgm:prSet presAssocID="{372BE62C-EBB1-4783-BACF-E9679EB1C296}" presName="iconRect" presStyleLbl="node1" presStyleIdx="1" presStyleCnt="3" custLinFactNeighborX="79923" custLinFactNeighborY="420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heckmark"/>
        </a:ext>
      </dgm:extLst>
    </dgm:pt>
    <dgm:pt modelId="{DB02C446-A5E8-478E-A874-36B3AB08ED40}" type="pres">
      <dgm:prSet presAssocID="{372BE62C-EBB1-4783-BACF-E9679EB1C296}" presName="iconSpace" presStyleCnt="0"/>
      <dgm:spPr/>
    </dgm:pt>
    <dgm:pt modelId="{A81814F1-2FB1-4EAF-BA05-21BCA7862FB6}" type="pres">
      <dgm:prSet presAssocID="{372BE62C-EBB1-4783-BACF-E9679EB1C296}" presName="parTx" presStyleLbl="revTx" presStyleIdx="2" presStyleCnt="6">
        <dgm:presLayoutVars>
          <dgm:chMax val="0"/>
          <dgm:chPref val="0"/>
        </dgm:presLayoutVars>
      </dgm:prSet>
      <dgm:spPr/>
    </dgm:pt>
    <dgm:pt modelId="{77C12BD8-2ED9-4536-BBF3-C998F2F7A950}" type="pres">
      <dgm:prSet presAssocID="{372BE62C-EBB1-4783-BACF-E9679EB1C296}" presName="txSpace" presStyleCnt="0"/>
      <dgm:spPr/>
    </dgm:pt>
    <dgm:pt modelId="{C9160CC4-6793-421C-BA5A-5C1B77168FCF}" type="pres">
      <dgm:prSet presAssocID="{372BE62C-EBB1-4783-BACF-E9679EB1C296}" presName="desTx" presStyleLbl="revTx" presStyleIdx="3" presStyleCnt="6">
        <dgm:presLayoutVars/>
      </dgm:prSet>
      <dgm:spPr/>
    </dgm:pt>
    <dgm:pt modelId="{B99E9A84-1D8E-4C37-82EA-79AA0F924BB9}" type="pres">
      <dgm:prSet presAssocID="{A404E486-D523-4F09-9862-B03B08EABD51}" presName="sibTrans" presStyleCnt="0"/>
      <dgm:spPr/>
    </dgm:pt>
    <dgm:pt modelId="{98DA49B2-E362-4E96-8F6B-1A7B0529A6AF}" type="pres">
      <dgm:prSet presAssocID="{C2A79FDE-ED3D-4168-AF52-64E277EC912A}" presName="compNode" presStyleCnt="0"/>
      <dgm:spPr/>
    </dgm:pt>
    <dgm:pt modelId="{F61CF04A-A0F8-427E-9F25-20B94AF84AAE}" type="pres">
      <dgm:prSet presAssocID="{C2A79FDE-ED3D-4168-AF52-64E277EC912A}" presName="iconRect" presStyleLbl="node1" presStyleIdx="2" presStyleCnt="3" custLinFactNeighborX="95351" custLinFactNeighborY="-650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pt>
    <dgm:pt modelId="{B87A9597-37AC-41C5-9203-077F4FFA3BFD}" type="pres">
      <dgm:prSet presAssocID="{C2A79FDE-ED3D-4168-AF52-64E277EC912A}" presName="iconSpace" presStyleCnt="0"/>
      <dgm:spPr/>
    </dgm:pt>
    <dgm:pt modelId="{493C7144-0465-4A74-BFA3-945664465CAE}" type="pres">
      <dgm:prSet presAssocID="{C2A79FDE-ED3D-4168-AF52-64E277EC912A}" presName="parTx" presStyleLbl="revTx" presStyleIdx="4" presStyleCnt="6">
        <dgm:presLayoutVars>
          <dgm:chMax val="0"/>
          <dgm:chPref val="0"/>
        </dgm:presLayoutVars>
      </dgm:prSet>
      <dgm:spPr/>
    </dgm:pt>
    <dgm:pt modelId="{C8B87E2A-150C-4EAF-8BD1-3AE066B4BF3C}" type="pres">
      <dgm:prSet presAssocID="{C2A79FDE-ED3D-4168-AF52-64E277EC912A}" presName="txSpace" presStyleCnt="0"/>
      <dgm:spPr/>
    </dgm:pt>
    <dgm:pt modelId="{FA8E14B5-E4D7-46BF-9C2B-38FC77AA0BC2}" type="pres">
      <dgm:prSet presAssocID="{C2A79FDE-ED3D-4168-AF52-64E277EC912A}" presName="desTx" presStyleLbl="revTx" presStyleIdx="5" presStyleCnt="6">
        <dgm:presLayoutVars/>
      </dgm:prSet>
      <dgm:spPr/>
    </dgm:pt>
  </dgm:ptLst>
  <dgm:cxnLst>
    <dgm:cxn modelId="{6950DE06-E06E-4CC9-A623-8044FB8E5A2E}" srcId="{372BE62C-EBB1-4783-BACF-E9679EB1C296}" destId="{686818E2-0AAD-4EB8-84A0-8E94BE02D394}" srcOrd="1" destOrd="0" parTransId="{40ED06AF-96B0-4393-97C7-9E5AF24E5635}" sibTransId="{2398444C-9E68-4913-A50C-84F99B25C77E}"/>
    <dgm:cxn modelId="{69E6620F-43A5-4B7E-80ED-19CA01129235}" type="presOf" srcId="{08E860D9-37C4-4905-887C-247AF3D6955F}" destId="{FA8E14B5-E4D7-46BF-9C2B-38FC77AA0BC2}" srcOrd="0" destOrd="1" presId="urn:microsoft.com/office/officeart/2018/2/layout/IconLabelDescriptionList"/>
    <dgm:cxn modelId="{FFE28410-A7C4-4825-A921-91F0227BECAF}" type="presOf" srcId="{686818E2-0AAD-4EB8-84A0-8E94BE02D394}" destId="{C9160CC4-6793-421C-BA5A-5C1B77168FCF}" srcOrd="0" destOrd="1" presId="urn:microsoft.com/office/officeart/2018/2/layout/IconLabelDescriptionList"/>
    <dgm:cxn modelId="{A6214716-860C-4901-A9D6-266B32FCAE5A}" srcId="{9B9BE42D-E497-4919-9C57-8DA888FE99FF}" destId="{F131859C-D203-4641-B745-4F9A4A827C63}" srcOrd="0" destOrd="0" parTransId="{7B3685DD-B94B-4402-A2B9-2AE21377E88A}" sibTransId="{30D188E1-322E-4374-9A1D-DD58FB327B0E}"/>
    <dgm:cxn modelId="{D3AD2D2F-FD8B-4472-9DD7-670E069C8EDA}" srcId="{372BE62C-EBB1-4783-BACF-E9679EB1C296}" destId="{3EB179CD-74FE-4B46-8DC0-4CB604E71B90}" srcOrd="0" destOrd="0" parTransId="{64574E74-C1E4-4D15-8105-8585D8BA1858}" sibTransId="{A39B1FEF-4E73-48AF-A0DA-D546B068DA4E}"/>
    <dgm:cxn modelId="{74322732-3C51-459B-A2D6-57205FEE038F}" srcId="{C2A79FDE-ED3D-4168-AF52-64E277EC912A}" destId="{08E860D9-37C4-4905-887C-247AF3D6955F}" srcOrd="1" destOrd="0" parTransId="{C1871D47-F4C4-4CAD-B5BC-623D2A57BD12}" sibTransId="{1207E8CC-BC34-4FD9-AACE-2B5F33A30C86}"/>
    <dgm:cxn modelId="{39A05361-C6BB-4E19-B88A-55E734CB6515}" type="presOf" srcId="{9B9BE42D-E497-4919-9C57-8DA888FE99FF}" destId="{28318706-C52A-45EA-B188-8B6FC0ABA59E}" srcOrd="0" destOrd="0" presId="urn:microsoft.com/office/officeart/2018/2/layout/IconLabelDescriptionList"/>
    <dgm:cxn modelId="{1E47C566-24DB-4862-AF62-730C853C3054}" srcId="{9B9BE42D-E497-4919-9C57-8DA888FE99FF}" destId="{C2A79FDE-ED3D-4168-AF52-64E277EC912A}" srcOrd="2" destOrd="0" parTransId="{646769F7-DA86-4D62-B224-F96DAA7F3D95}" sibTransId="{10F8A197-4728-4242-AC0D-97019E6A76B9}"/>
    <dgm:cxn modelId="{507F1D59-F2BA-40F3-AFCC-9FC971BB2789}" srcId="{9B9BE42D-E497-4919-9C57-8DA888FE99FF}" destId="{372BE62C-EBB1-4783-BACF-E9679EB1C296}" srcOrd="1" destOrd="0" parTransId="{9733849E-7A5A-4C99-BBC2-84D19CE7BC91}" sibTransId="{A404E486-D523-4F09-9862-B03B08EABD51}"/>
    <dgm:cxn modelId="{E85367AC-AB14-489C-911C-332F446895CD}" type="presOf" srcId="{F131859C-D203-4641-B745-4F9A4A827C63}" destId="{3B57C06A-4EF4-42CF-9B85-AEA2CDEEC7EC}" srcOrd="0" destOrd="0" presId="urn:microsoft.com/office/officeart/2018/2/layout/IconLabelDescriptionList"/>
    <dgm:cxn modelId="{DF9C9EDC-DC2D-41C5-9FC1-477FF5D681F2}" srcId="{C2A79FDE-ED3D-4168-AF52-64E277EC912A}" destId="{14078AB3-855B-44E0-A5DF-CC6EEA7F1009}" srcOrd="0" destOrd="0" parTransId="{6D20B241-842F-4815-81B9-96A3DB31B892}" sibTransId="{1DF84DCC-9AF0-4F7B-92D8-63A3C04653E2}"/>
    <dgm:cxn modelId="{A338C3DE-C5FF-407E-9E09-E812C586A4D7}" type="presOf" srcId="{14078AB3-855B-44E0-A5DF-CC6EEA7F1009}" destId="{FA8E14B5-E4D7-46BF-9C2B-38FC77AA0BC2}" srcOrd="0" destOrd="0" presId="urn:microsoft.com/office/officeart/2018/2/layout/IconLabelDescriptionList"/>
    <dgm:cxn modelId="{41A0AFEA-07D9-409E-ADAA-225FAD2D88B7}" type="presOf" srcId="{372BE62C-EBB1-4783-BACF-E9679EB1C296}" destId="{A81814F1-2FB1-4EAF-BA05-21BCA7862FB6}" srcOrd="0" destOrd="0" presId="urn:microsoft.com/office/officeart/2018/2/layout/IconLabelDescriptionList"/>
    <dgm:cxn modelId="{02349EF9-0B30-45FE-A0DD-4749A31323AD}" type="presOf" srcId="{3EB179CD-74FE-4B46-8DC0-4CB604E71B90}" destId="{C9160CC4-6793-421C-BA5A-5C1B77168FCF}" srcOrd="0" destOrd="0" presId="urn:microsoft.com/office/officeart/2018/2/layout/IconLabelDescriptionList"/>
    <dgm:cxn modelId="{5F8D54FC-7FEB-4091-A3FE-56B2D92D44D6}" type="presOf" srcId="{C2A79FDE-ED3D-4168-AF52-64E277EC912A}" destId="{493C7144-0465-4A74-BFA3-945664465CAE}" srcOrd="0" destOrd="0" presId="urn:microsoft.com/office/officeart/2018/2/layout/IconLabelDescriptionList"/>
    <dgm:cxn modelId="{BA9DE851-1933-497A-B4C1-53F35040BF1B}" type="presParOf" srcId="{28318706-C52A-45EA-B188-8B6FC0ABA59E}" destId="{3137281D-CB44-4F0C-A2B0-A5AA54DC0A91}" srcOrd="0" destOrd="0" presId="urn:microsoft.com/office/officeart/2018/2/layout/IconLabelDescriptionList"/>
    <dgm:cxn modelId="{4D343798-D1D1-4947-8E89-9354B4AB90BC}" type="presParOf" srcId="{3137281D-CB44-4F0C-A2B0-A5AA54DC0A91}" destId="{E96DF7F3-D8B1-4D7C-AA36-1007AA5A5542}" srcOrd="0" destOrd="0" presId="urn:microsoft.com/office/officeart/2018/2/layout/IconLabelDescriptionList"/>
    <dgm:cxn modelId="{7D1473F7-737C-428E-BFCE-47B28AE26256}" type="presParOf" srcId="{3137281D-CB44-4F0C-A2B0-A5AA54DC0A91}" destId="{23AFA51C-0BD2-45F4-B38C-13F5ED63F7E7}" srcOrd="1" destOrd="0" presId="urn:microsoft.com/office/officeart/2018/2/layout/IconLabelDescriptionList"/>
    <dgm:cxn modelId="{4DBE9B7E-D9FD-4BB2-B9A3-6CBD3E29B0EF}" type="presParOf" srcId="{3137281D-CB44-4F0C-A2B0-A5AA54DC0A91}" destId="{3B57C06A-4EF4-42CF-9B85-AEA2CDEEC7EC}" srcOrd="2" destOrd="0" presId="urn:microsoft.com/office/officeart/2018/2/layout/IconLabelDescriptionList"/>
    <dgm:cxn modelId="{8649D3B7-0732-4A27-AFBF-FC90AB7E5775}" type="presParOf" srcId="{3137281D-CB44-4F0C-A2B0-A5AA54DC0A91}" destId="{267B7A8E-C026-4514-AEE1-7C16E9ABB553}" srcOrd="3" destOrd="0" presId="urn:microsoft.com/office/officeart/2018/2/layout/IconLabelDescriptionList"/>
    <dgm:cxn modelId="{60854016-ACBE-424F-B5C8-2E2F457866A0}" type="presParOf" srcId="{3137281D-CB44-4F0C-A2B0-A5AA54DC0A91}" destId="{F2916C3C-EE9E-4902-9496-0EAA1F1B24AD}" srcOrd="4" destOrd="0" presId="urn:microsoft.com/office/officeart/2018/2/layout/IconLabelDescriptionList"/>
    <dgm:cxn modelId="{51B0FEFC-8BD9-4F31-A392-127781CB661B}" type="presParOf" srcId="{28318706-C52A-45EA-B188-8B6FC0ABA59E}" destId="{14C9DB13-7B53-4DF0-98A0-321BA8376376}" srcOrd="1" destOrd="0" presId="urn:microsoft.com/office/officeart/2018/2/layout/IconLabelDescriptionList"/>
    <dgm:cxn modelId="{79E8B181-5C88-4C3A-BF81-332D221304A7}" type="presParOf" srcId="{28318706-C52A-45EA-B188-8B6FC0ABA59E}" destId="{2790E06B-6F94-458F-B193-7571BCDA0AA9}" srcOrd="2" destOrd="0" presId="urn:microsoft.com/office/officeart/2018/2/layout/IconLabelDescriptionList"/>
    <dgm:cxn modelId="{48EEAE0A-5FBC-4C9F-9F2E-96C34BE7D961}" type="presParOf" srcId="{2790E06B-6F94-458F-B193-7571BCDA0AA9}" destId="{9AFD775C-F9CA-4A53-9BA5-B118B9FC7E10}" srcOrd="0" destOrd="0" presId="urn:microsoft.com/office/officeart/2018/2/layout/IconLabelDescriptionList"/>
    <dgm:cxn modelId="{169166B6-9851-4801-AE15-99DA4F9A0077}" type="presParOf" srcId="{2790E06B-6F94-458F-B193-7571BCDA0AA9}" destId="{DB02C446-A5E8-478E-A874-36B3AB08ED40}" srcOrd="1" destOrd="0" presId="urn:microsoft.com/office/officeart/2018/2/layout/IconLabelDescriptionList"/>
    <dgm:cxn modelId="{F29C1628-7CBB-4264-813D-B72312F687B1}" type="presParOf" srcId="{2790E06B-6F94-458F-B193-7571BCDA0AA9}" destId="{A81814F1-2FB1-4EAF-BA05-21BCA7862FB6}" srcOrd="2" destOrd="0" presId="urn:microsoft.com/office/officeart/2018/2/layout/IconLabelDescriptionList"/>
    <dgm:cxn modelId="{B94C6E6B-7A62-4C2A-AA69-AA1CC4B6DCF1}" type="presParOf" srcId="{2790E06B-6F94-458F-B193-7571BCDA0AA9}" destId="{77C12BD8-2ED9-4536-BBF3-C998F2F7A950}" srcOrd="3" destOrd="0" presId="urn:microsoft.com/office/officeart/2018/2/layout/IconLabelDescriptionList"/>
    <dgm:cxn modelId="{93166734-CDAE-4740-BA8F-40A25A9C391E}" type="presParOf" srcId="{2790E06B-6F94-458F-B193-7571BCDA0AA9}" destId="{C9160CC4-6793-421C-BA5A-5C1B77168FCF}" srcOrd="4" destOrd="0" presId="urn:microsoft.com/office/officeart/2018/2/layout/IconLabelDescriptionList"/>
    <dgm:cxn modelId="{DA2ED36F-841E-437A-95ED-6BFEE3937578}" type="presParOf" srcId="{28318706-C52A-45EA-B188-8B6FC0ABA59E}" destId="{B99E9A84-1D8E-4C37-82EA-79AA0F924BB9}" srcOrd="3" destOrd="0" presId="urn:microsoft.com/office/officeart/2018/2/layout/IconLabelDescriptionList"/>
    <dgm:cxn modelId="{31F50403-97F5-4E06-A436-4EAF2C7A47CC}" type="presParOf" srcId="{28318706-C52A-45EA-B188-8B6FC0ABA59E}" destId="{98DA49B2-E362-4E96-8F6B-1A7B0529A6AF}" srcOrd="4" destOrd="0" presId="urn:microsoft.com/office/officeart/2018/2/layout/IconLabelDescriptionList"/>
    <dgm:cxn modelId="{686FCE3B-3173-4A5E-9C11-7B26BD0BCA23}" type="presParOf" srcId="{98DA49B2-E362-4E96-8F6B-1A7B0529A6AF}" destId="{F61CF04A-A0F8-427E-9F25-20B94AF84AAE}" srcOrd="0" destOrd="0" presId="urn:microsoft.com/office/officeart/2018/2/layout/IconLabelDescriptionList"/>
    <dgm:cxn modelId="{E7611CB6-C2D5-434E-8A5A-2E89F086BFC1}" type="presParOf" srcId="{98DA49B2-E362-4E96-8F6B-1A7B0529A6AF}" destId="{B87A9597-37AC-41C5-9203-077F4FFA3BFD}" srcOrd="1" destOrd="0" presId="urn:microsoft.com/office/officeart/2018/2/layout/IconLabelDescriptionList"/>
    <dgm:cxn modelId="{6F45C721-6B1C-4AE3-9C71-AFC678949803}" type="presParOf" srcId="{98DA49B2-E362-4E96-8F6B-1A7B0529A6AF}" destId="{493C7144-0465-4A74-BFA3-945664465CAE}" srcOrd="2" destOrd="0" presId="urn:microsoft.com/office/officeart/2018/2/layout/IconLabelDescriptionList"/>
    <dgm:cxn modelId="{133E4A89-5CAF-4326-8DA5-D764A8CD1E8D}" type="presParOf" srcId="{98DA49B2-E362-4E96-8F6B-1A7B0529A6AF}" destId="{C8B87E2A-150C-4EAF-8BD1-3AE066B4BF3C}" srcOrd="3" destOrd="0" presId="urn:microsoft.com/office/officeart/2018/2/layout/IconLabelDescriptionList"/>
    <dgm:cxn modelId="{701881E7-19D9-466C-9550-741C0D015631}" type="presParOf" srcId="{98DA49B2-E362-4E96-8F6B-1A7B0529A6AF}" destId="{FA8E14B5-E4D7-46BF-9C2B-38FC77AA0BC2}"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C317F75-5BCC-4583-8E99-AAFEF5704B49}" type="doc">
      <dgm:prSet loTypeId="urn:microsoft.com/office/officeart/2005/8/layout/list1" loCatId="list" qsTypeId="urn:microsoft.com/office/officeart/2005/8/quickstyle/simple1" qsCatId="simple" csTypeId="urn:microsoft.com/office/officeart/2005/8/colors/colorful2" csCatId="colorful"/>
      <dgm:spPr/>
      <dgm:t>
        <a:bodyPr/>
        <a:lstStyle/>
        <a:p>
          <a:endParaRPr lang="en-US"/>
        </a:p>
      </dgm:t>
    </dgm:pt>
    <dgm:pt modelId="{771D84DE-1B12-4976-A224-00ABFF37D626}">
      <dgm:prSet custT="1"/>
      <dgm:spPr/>
      <dgm:t>
        <a:bodyPr/>
        <a:lstStyle/>
        <a:p>
          <a:r>
            <a:rPr lang="en-US" sz="2400" b="0" i="0">
              <a:latin typeface="Calibri"/>
              <a:cs typeface="Calibri"/>
            </a:rPr>
            <a:t>Limitations</a:t>
          </a:r>
        </a:p>
      </dgm:t>
    </dgm:pt>
    <dgm:pt modelId="{1085D2F5-20FD-41FC-BE61-B43B069E8B11}" type="parTrans" cxnId="{EDE078CA-19B5-4613-827D-B1978F456993}">
      <dgm:prSet/>
      <dgm:spPr/>
      <dgm:t>
        <a:bodyPr/>
        <a:lstStyle/>
        <a:p>
          <a:endParaRPr lang="en-US"/>
        </a:p>
      </dgm:t>
    </dgm:pt>
    <dgm:pt modelId="{FAFCE4AF-7409-4A96-844A-E0F659EA24AF}" type="sibTrans" cxnId="{EDE078CA-19B5-4613-827D-B1978F456993}">
      <dgm:prSet/>
      <dgm:spPr/>
      <dgm:t>
        <a:bodyPr/>
        <a:lstStyle/>
        <a:p>
          <a:endParaRPr lang="en-US"/>
        </a:p>
      </dgm:t>
    </dgm:pt>
    <dgm:pt modelId="{00E74B2B-5813-4CB2-A1B6-9CA1F2B548B9}">
      <dgm:prSet custT="1"/>
      <dgm:spPr/>
      <dgm:t>
        <a:bodyPr/>
        <a:lstStyle/>
        <a:p>
          <a:pPr rtl="0">
            <a:buClr>
              <a:schemeClr val="tx1"/>
            </a:buClr>
          </a:pPr>
          <a:r>
            <a:rPr lang="en-US" sz="2400" b="0" i="0">
              <a:solidFill>
                <a:schemeClr val="accent6"/>
              </a:solidFill>
              <a:latin typeface="Calibri"/>
              <a:cs typeface="Calibri"/>
            </a:rPr>
            <a:t>p &gt;&gt;&gt; n </a:t>
          </a:r>
        </a:p>
      </dgm:t>
    </dgm:pt>
    <dgm:pt modelId="{24C82316-BE2E-4F4A-86F6-DBDC73322D1C}" type="parTrans" cxnId="{FB5EA2DD-4C58-4155-9F8E-F75945D78286}">
      <dgm:prSet/>
      <dgm:spPr/>
      <dgm:t>
        <a:bodyPr/>
        <a:lstStyle/>
        <a:p>
          <a:endParaRPr lang="en-US"/>
        </a:p>
      </dgm:t>
    </dgm:pt>
    <dgm:pt modelId="{E0519678-507F-4002-AD14-38E348F4C98E}" type="sibTrans" cxnId="{FB5EA2DD-4C58-4155-9F8E-F75945D78286}">
      <dgm:prSet/>
      <dgm:spPr/>
      <dgm:t>
        <a:bodyPr/>
        <a:lstStyle/>
        <a:p>
          <a:endParaRPr lang="en-US"/>
        </a:p>
      </dgm:t>
    </dgm:pt>
    <dgm:pt modelId="{5D0E34B6-F5C6-4E05-9230-067EC9418DA8}">
      <dgm:prSet custT="1"/>
      <dgm:spPr/>
      <dgm:t>
        <a:bodyPr/>
        <a:lstStyle/>
        <a:p>
          <a:pPr>
            <a:buClr>
              <a:schemeClr val="tx1"/>
            </a:buClr>
          </a:pPr>
          <a:r>
            <a:rPr lang="en-US" sz="2400" b="0" i="0">
              <a:latin typeface="Calibri"/>
              <a:cs typeface="Calibri"/>
            </a:rPr>
            <a:t>Overfitting</a:t>
          </a:r>
        </a:p>
      </dgm:t>
    </dgm:pt>
    <dgm:pt modelId="{9962356C-A026-44B0-A2FA-C713F661E068}" type="parTrans" cxnId="{6DB0348B-277A-49A1-A2F5-9B3F11DB815E}">
      <dgm:prSet/>
      <dgm:spPr/>
      <dgm:t>
        <a:bodyPr/>
        <a:lstStyle/>
        <a:p>
          <a:endParaRPr lang="en-US"/>
        </a:p>
      </dgm:t>
    </dgm:pt>
    <dgm:pt modelId="{F25F5045-195D-4298-9AB8-51D6BEFB84E5}" type="sibTrans" cxnId="{6DB0348B-277A-49A1-A2F5-9B3F11DB815E}">
      <dgm:prSet/>
      <dgm:spPr/>
      <dgm:t>
        <a:bodyPr/>
        <a:lstStyle/>
        <a:p>
          <a:endParaRPr lang="en-US"/>
        </a:p>
      </dgm:t>
    </dgm:pt>
    <dgm:pt modelId="{96F97A14-E3CE-45EE-8A95-DAFB80B88DD4}">
      <dgm:prSet custT="1"/>
      <dgm:spPr/>
      <dgm:t>
        <a:bodyPr/>
        <a:lstStyle/>
        <a:p>
          <a:pPr>
            <a:buClr>
              <a:schemeClr val="tx1"/>
            </a:buClr>
          </a:pPr>
          <a:r>
            <a:rPr lang="en-US" sz="2400" b="0" i="0">
              <a:latin typeface="Calibri"/>
              <a:cs typeface="Calibri"/>
            </a:rPr>
            <a:t>Curse of dimensionality</a:t>
          </a:r>
        </a:p>
      </dgm:t>
    </dgm:pt>
    <dgm:pt modelId="{619BBFF1-1DF0-4331-A288-138C05E0EA80}" type="parTrans" cxnId="{429BCAE9-AFAF-4E99-BB61-DAC930F1C216}">
      <dgm:prSet/>
      <dgm:spPr/>
      <dgm:t>
        <a:bodyPr/>
        <a:lstStyle/>
        <a:p>
          <a:endParaRPr lang="en-US"/>
        </a:p>
      </dgm:t>
    </dgm:pt>
    <dgm:pt modelId="{7CCE6B85-37DA-498D-B879-D948C9B65453}" type="sibTrans" cxnId="{429BCAE9-AFAF-4E99-BB61-DAC930F1C216}">
      <dgm:prSet/>
      <dgm:spPr/>
      <dgm:t>
        <a:bodyPr/>
        <a:lstStyle/>
        <a:p>
          <a:endParaRPr lang="en-US"/>
        </a:p>
      </dgm:t>
    </dgm:pt>
    <dgm:pt modelId="{A9B31C86-E117-43AF-853E-BB4FA9709A05}">
      <dgm:prSet custT="1"/>
      <dgm:spPr/>
      <dgm:t>
        <a:bodyPr/>
        <a:lstStyle/>
        <a:p>
          <a:pPr>
            <a:buClr>
              <a:schemeClr val="tx1"/>
            </a:buClr>
          </a:pPr>
          <a:r>
            <a:rPr lang="en-US" sz="2400" b="0" i="0">
              <a:latin typeface="Calibri"/>
              <a:cs typeface="Calibri"/>
            </a:rPr>
            <a:t>collinearity</a:t>
          </a:r>
        </a:p>
      </dgm:t>
    </dgm:pt>
    <dgm:pt modelId="{6D99B6F9-AE20-4795-8CF6-CD83F95AC89D}" type="parTrans" cxnId="{A3AF98AD-E224-4787-A760-9A594601BB94}">
      <dgm:prSet/>
      <dgm:spPr/>
      <dgm:t>
        <a:bodyPr/>
        <a:lstStyle/>
        <a:p>
          <a:endParaRPr lang="en-US"/>
        </a:p>
      </dgm:t>
    </dgm:pt>
    <dgm:pt modelId="{5C9C800F-3152-451D-A73E-4D3D2D624142}" type="sibTrans" cxnId="{A3AF98AD-E224-4787-A760-9A594601BB94}">
      <dgm:prSet/>
      <dgm:spPr/>
      <dgm:t>
        <a:bodyPr/>
        <a:lstStyle/>
        <a:p>
          <a:endParaRPr lang="en-US"/>
        </a:p>
      </dgm:t>
    </dgm:pt>
    <dgm:pt modelId="{7E03344C-57DE-4BED-88F7-706C7395D2D0}">
      <dgm:prSet custT="1"/>
      <dgm:spPr/>
      <dgm:t>
        <a:bodyPr/>
        <a:lstStyle/>
        <a:p>
          <a:r>
            <a:rPr lang="en-US" sz="2400" b="0" i="0">
              <a:latin typeface="Calibri"/>
              <a:cs typeface="Calibri"/>
            </a:rPr>
            <a:t>Radial SVM performs well in high-dimensional space</a:t>
          </a:r>
        </a:p>
      </dgm:t>
    </dgm:pt>
    <dgm:pt modelId="{32A247BC-6F34-4C28-91D5-BB8E668AC198}" type="parTrans" cxnId="{F5FE6EEE-9DAD-452D-9896-DD0E31DA84DA}">
      <dgm:prSet/>
      <dgm:spPr/>
      <dgm:t>
        <a:bodyPr/>
        <a:lstStyle/>
        <a:p>
          <a:endParaRPr lang="en-US"/>
        </a:p>
      </dgm:t>
    </dgm:pt>
    <dgm:pt modelId="{F6FE9E06-AF14-4486-8212-1CC0030BE73B}" type="sibTrans" cxnId="{F5FE6EEE-9DAD-452D-9896-DD0E31DA84DA}">
      <dgm:prSet/>
      <dgm:spPr/>
      <dgm:t>
        <a:bodyPr/>
        <a:lstStyle/>
        <a:p>
          <a:endParaRPr lang="en-US"/>
        </a:p>
      </dgm:t>
    </dgm:pt>
    <dgm:pt modelId="{D09A8DA6-A5B5-4A2C-B71E-7802720724C7}">
      <dgm:prSet custT="1"/>
      <dgm:spPr/>
      <dgm:t>
        <a:bodyPr/>
        <a:lstStyle/>
        <a:p>
          <a:pPr>
            <a:buClr>
              <a:schemeClr val="tx1"/>
            </a:buClr>
          </a:pPr>
          <a:r>
            <a:rPr lang="en-US" sz="2400" b="0" i="0">
              <a:solidFill>
                <a:schemeClr val="accent6"/>
              </a:solidFill>
              <a:latin typeface="Calibri"/>
              <a:cs typeface="Calibri"/>
            </a:rPr>
            <a:t>Still can be prone to overfitting</a:t>
          </a:r>
          <a:r>
            <a:rPr lang="en-US" sz="2400" b="0" i="0">
              <a:latin typeface="Calibri"/>
              <a:cs typeface="Calibri"/>
            </a:rPr>
            <a:t>, leading to poor generalization performance</a:t>
          </a:r>
        </a:p>
      </dgm:t>
    </dgm:pt>
    <dgm:pt modelId="{88D0FEE5-7DF6-431D-AADF-25D717E32156}" type="parTrans" cxnId="{E8AAF36A-CCB2-45A8-BA2E-3008430086A0}">
      <dgm:prSet/>
      <dgm:spPr/>
      <dgm:t>
        <a:bodyPr/>
        <a:lstStyle/>
        <a:p>
          <a:endParaRPr lang="en-US"/>
        </a:p>
      </dgm:t>
    </dgm:pt>
    <dgm:pt modelId="{E80A6A96-FB41-4F01-923D-FAF258D56C1E}" type="sibTrans" cxnId="{E8AAF36A-CCB2-45A8-BA2E-3008430086A0}">
      <dgm:prSet/>
      <dgm:spPr/>
      <dgm:t>
        <a:bodyPr/>
        <a:lstStyle/>
        <a:p>
          <a:endParaRPr lang="en-US"/>
        </a:p>
      </dgm:t>
    </dgm:pt>
    <dgm:pt modelId="{73FAB784-ADDB-B349-B2B4-012FD311614B}" type="pres">
      <dgm:prSet presAssocID="{BC317F75-5BCC-4583-8E99-AAFEF5704B49}" presName="linear" presStyleCnt="0">
        <dgm:presLayoutVars>
          <dgm:dir/>
          <dgm:animLvl val="lvl"/>
          <dgm:resizeHandles val="exact"/>
        </dgm:presLayoutVars>
      </dgm:prSet>
      <dgm:spPr/>
    </dgm:pt>
    <dgm:pt modelId="{9A36A1C5-F053-2248-BB9E-6F9F1095E5D2}" type="pres">
      <dgm:prSet presAssocID="{771D84DE-1B12-4976-A224-00ABFF37D626}" presName="parentLin" presStyleCnt="0"/>
      <dgm:spPr/>
    </dgm:pt>
    <dgm:pt modelId="{9D2BE68E-C13D-5143-97FF-C5410EA57BF0}" type="pres">
      <dgm:prSet presAssocID="{771D84DE-1B12-4976-A224-00ABFF37D626}" presName="parentLeftMargin" presStyleLbl="node1" presStyleIdx="0" presStyleCnt="2"/>
      <dgm:spPr/>
    </dgm:pt>
    <dgm:pt modelId="{265AA59F-CCAA-8A43-9E67-32F35382B692}" type="pres">
      <dgm:prSet presAssocID="{771D84DE-1B12-4976-A224-00ABFF37D626}" presName="parentText" presStyleLbl="node1" presStyleIdx="0" presStyleCnt="2">
        <dgm:presLayoutVars>
          <dgm:chMax val="0"/>
          <dgm:bulletEnabled val="1"/>
        </dgm:presLayoutVars>
      </dgm:prSet>
      <dgm:spPr/>
    </dgm:pt>
    <dgm:pt modelId="{F5516833-120E-5E40-9627-3A53D677DD7D}" type="pres">
      <dgm:prSet presAssocID="{771D84DE-1B12-4976-A224-00ABFF37D626}" presName="negativeSpace" presStyleCnt="0"/>
      <dgm:spPr/>
    </dgm:pt>
    <dgm:pt modelId="{16AFEAD8-0373-9941-9950-3F3845DAC9E0}" type="pres">
      <dgm:prSet presAssocID="{771D84DE-1B12-4976-A224-00ABFF37D626}" presName="childText" presStyleLbl="conFgAcc1" presStyleIdx="0" presStyleCnt="2">
        <dgm:presLayoutVars>
          <dgm:bulletEnabled val="1"/>
        </dgm:presLayoutVars>
      </dgm:prSet>
      <dgm:spPr/>
    </dgm:pt>
    <dgm:pt modelId="{0258B623-3D2C-8B41-AB63-44FE07C3FDF5}" type="pres">
      <dgm:prSet presAssocID="{FAFCE4AF-7409-4A96-844A-E0F659EA24AF}" presName="spaceBetweenRectangles" presStyleCnt="0"/>
      <dgm:spPr/>
    </dgm:pt>
    <dgm:pt modelId="{898D1F76-94A1-EE40-85EB-20F2220B5D82}" type="pres">
      <dgm:prSet presAssocID="{7E03344C-57DE-4BED-88F7-706C7395D2D0}" presName="parentLin" presStyleCnt="0"/>
      <dgm:spPr/>
    </dgm:pt>
    <dgm:pt modelId="{F0778E89-520C-B841-97BE-15740D4947AB}" type="pres">
      <dgm:prSet presAssocID="{7E03344C-57DE-4BED-88F7-706C7395D2D0}" presName="parentLeftMargin" presStyleLbl="node1" presStyleIdx="0" presStyleCnt="2"/>
      <dgm:spPr/>
    </dgm:pt>
    <dgm:pt modelId="{D782DD30-92BC-5243-BECD-B545E0C487DB}" type="pres">
      <dgm:prSet presAssocID="{7E03344C-57DE-4BED-88F7-706C7395D2D0}" presName="parentText" presStyleLbl="node1" presStyleIdx="1" presStyleCnt="2">
        <dgm:presLayoutVars>
          <dgm:chMax val="0"/>
          <dgm:bulletEnabled val="1"/>
        </dgm:presLayoutVars>
      </dgm:prSet>
      <dgm:spPr/>
    </dgm:pt>
    <dgm:pt modelId="{1DE8A2DE-9FE3-E443-80BD-128392B705F0}" type="pres">
      <dgm:prSet presAssocID="{7E03344C-57DE-4BED-88F7-706C7395D2D0}" presName="negativeSpace" presStyleCnt="0"/>
      <dgm:spPr/>
    </dgm:pt>
    <dgm:pt modelId="{AA5C5A5E-FE17-E64C-8C02-C3825B6B3651}" type="pres">
      <dgm:prSet presAssocID="{7E03344C-57DE-4BED-88F7-706C7395D2D0}" presName="childText" presStyleLbl="conFgAcc1" presStyleIdx="1" presStyleCnt="2">
        <dgm:presLayoutVars>
          <dgm:bulletEnabled val="1"/>
        </dgm:presLayoutVars>
      </dgm:prSet>
      <dgm:spPr/>
    </dgm:pt>
  </dgm:ptLst>
  <dgm:cxnLst>
    <dgm:cxn modelId="{008A2223-3B34-ED4B-B36A-BE76AD25B457}" type="presOf" srcId="{7E03344C-57DE-4BED-88F7-706C7395D2D0}" destId="{F0778E89-520C-B841-97BE-15740D4947AB}" srcOrd="0" destOrd="0" presId="urn:microsoft.com/office/officeart/2005/8/layout/list1"/>
    <dgm:cxn modelId="{05BEE62B-E9D8-0745-B00B-AF91F1390569}" type="presOf" srcId="{00E74B2B-5813-4CB2-A1B6-9CA1F2B548B9}" destId="{16AFEAD8-0373-9941-9950-3F3845DAC9E0}" srcOrd="0" destOrd="0" presId="urn:microsoft.com/office/officeart/2005/8/layout/list1"/>
    <dgm:cxn modelId="{0AB8E338-49B2-9F45-AB16-C7F4B01ABBB3}" type="presOf" srcId="{BC317F75-5BCC-4583-8E99-AAFEF5704B49}" destId="{73FAB784-ADDB-B349-B2B4-012FD311614B}" srcOrd="0" destOrd="0" presId="urn:microsoft.com/office/officeart/2005/8/layout/list1"/>
    <dgm:cxn modelId="{E8AAF36A-CCB2-45A8-BA2E-3008430086A0}" srcId="{7E03344C-57DE-4BED-88F7-706C7395D2D0}" destId="{D09A8DA6-A5B5-4A2C-B71E-7802720724C7}" srcOrd="0" destOrd="0" parTransId="{88D0FEE5-7DF6-431D-AADF-25D717E32156}" sibTransId="{E80A6A96-FB41-4F01-923D-FAF258D56C1E}"/>
    <dgm:cxn modelId="{2A622553-1A22-564D-9F85-C46BCAFE334E}" type="presOf" srcId="{D09A8DA6-A5B5-4A2C-B71E-7802720724C7}" destId="{AA5C5A5E-FE17-E64C-8C02-C3825B6B3651}" srcOrd="0" destOrd="0" presId="urn:microsoft.com/office/officeart/2005/8/layout/list1"/>
    <dgm:cxn modelId="{1CC4DE7E-0125-F147-AFEE-7C1B1DEA8406}" type="presOf" srcId="{7E03344C-57DE-4BED-88F7-706C7395D2D0}" destId="{D782DD30-92BC-5243-BECD-B545E0C487DB}" srcOrd="1" destOrd="0" presId="urn:microsoft.com/office/officeart/2005/8/layout/list1"/>
    <dgm:cxn modelId="{6DB0348B-277A-49A1-A2F5-9B3F11DB815E}" srcId="{00E74B2B-5813-4CB2-A1B6-9CA1F2B548B9}" destId="{5D0E34B6-F5C6-4E05-9230-067EC9418DA8}" srcOrd="0" destOrd="0" parTransId="{9962356C-A026-44B0-A2FA-C713F661E068}" sibTransId="{F25F5045-195D-4298-9AB8-51D6BEFB84E5}"/>
    <dgm:cxn modelId="{A3D7A899-A506-124D-BDD5-6DBF01462720}" type="presOf" srcId="{771D84DE-1B12-4976-A224-00ABFF37D626}" destId="{265AA59F-CCAA-8A43-9E67-32F35382B692}" srcOrd="1" destOrd="0" presId="urn:microsoft.com/office/officeart/2005/8/layout/list1"/>
    <dgm:cxn modelId="{A3AF98AD-E224-4787-A760-9A594601BB94}" srcId="{00E74B2B-5813-4CB2-A1B6-9CA1F2B548B9}" destId="{A9B31C86-E117-43AF-853E-BB4FA9709A05}" srcOrd="2" destOrd="0" parTransId="{6D99B6F9-AE20-4795-8CF6-CD83F95AC89D}" sibTransId="{5C9C800F-3152-451D-A73E-4D3D2D624142}"/>
    <dgm:cxn modelId="{6FD94DB6-67DB-2A47-A3D1-EFDB8863D2C3}" type="presOf" srcId="{771D84DE-1B12-4976-A224-00ABFF37D626}" destId="{9D2BE68E-C13D-5143-97FF-C5410EA57BF0}" srcOrd="0" destOrd="0" presId="urn:microsoft.com/office/officeart/2005/8/layout/list1"/>
    <dgm:cxn modelId="{DE2038C0-CEFA-2648-8CAA-DA17F11F59B9}" type="presOf" srcId="{5D0E34B6-F5C6-4E05-9230-067EC9418DA8}" destId="{16AFEAD8-0373-9941-9950-3F3845DAC9E0}" srcOrd="0" destOrd="1" presId="urn:microsoft.com/office/officeart/2005/8/layout/list1"/>
    <dgm:cxn modelId="{EDE078CA-19B5-4613-827D-B1978F456993}" srcId="{BC317F75-5BCC-4583-8E99-AAFEF5704B49}" destId="{771D84DE-1B12-4976-A224-00ABFF37D626}" srcOrd="0" destOrd="0" parTransId="{1085D2F5-20FD-41FC-BE61-B43B069E8B11}" sibTransId="{FAFCE4AF-7409-4A96-844A-E0F659EA24AF}"/>
    <dgm:cxn modelId="{FB5EA2DD-4C58-4155-9F8E-F75945D78286}" srcId="{771D84DE-1B12-4976-A224-00ABFF37D626}" destId="{00E74B2B-5813-4CB2-A1B6-9CA1F2B548B9}" srcOrd="0" destOrd="0" parTransId="{24C82316-BE2E-4F4A-86F6-DBDC73322D1C}" sibTransId="{E0519678-507F-4002-AD14-38E348F4C98E}"/>
    <dgm:cxn modelId="{429BCAE9-AFAF-4E99-BB61-DAC930F1C216}" srcId="{00E74B2B-5813-4CB2-A1B6-9CA1F2B548B9}" destId="{96F97A14-E3CE-45EE-8A95-DAFB80B88DD4}" srcOrd="1" destOrd="0" parTransId="{619BBFF1-1DF0-4331-A288-138C05E0EA80}" sibTransId="{7CCE6B85-37DA-498D-B879-D948C9B65453}"/>
    <dgm:cxn modelId="{88A8F2EA-7646-1440-9986-7D139C45E308}" type="presOf" srcId="{A9B31C86-E117-43AF-853E-BB4FA9709A05}" destId="{16AFEAD8-0373-9941-9950-3F3845DAC9E0}" srcOrd="0" destOrd="3" presId="urn:microsoft.com/office/officeart/2005/8/layout/list1"/>
    <dgm:cxn modelId="{F5FE6EEE-9DAD-452D-9896-DD0E31DA84DA}" srcId="{BC317F75-5BCC-4583-8E99-AAFEF5704B49}" destId="{7E03344C-57DE-4BED-88F7-706C7395D2D0}" srcOrd="1" destOrd="0" parTransId="{32A247BC-6F34-4C28-91D5-BB8E668AC198}" sibTransId="{F6FE9E06-AF14-4486-8212-1CC0030BE73B}"/>
    <dgm:cxn modelId="{D973D7FA-A0CC-FE4B-A748-6879FD3AB499}" type="presOf" srcId="{96F97A14-E3CE-45EE-8A95-DAFB80B88DD4}" destId="{16AFEAD8-0373-9941-9950-3F3845DAC9E0}" srcOrd="0" destOrd="2" presId="urn:microsoft.com/office/officeart/2005/8/layout/list1"/>
    <dgm:cxn modelId="{9494F6E5-8F4C-B942-9479-E10370846CB2}" type="presParOf" srcId="{73FAB784-ADDB-B349-B2B4-012FD311614B}" destId="{9A36A1C5-F053-2248-BB9E-6F9F1095E5D2}" srcOrd="0" destOrd="0" presId="urn:microsoft.com/office/officeart/2005/8/layout/list1"/>
    <dgm:cxn modelId="{8BE0EF6D-65F4-994C-9F48-D264A28FFDF6}" type="presParOf" srcId="{9A36A1C5-F053-2248-BB9E-6F9F1095E5D2}" destId="{9D2BE68E-C13D-5143-97FF-C5410EA57BF0}" srcOrd="0" destOrd="0" presId="urn:microsoft.com/office/officeart/2005/8/layout/list1"/>
    <dgm:cxn modelId="{8D2F49AC-9D4E-4B4C-96C5-CC32FB1493D8}" type="presParOf" srcId="{9A36A1C5-F053-2248-BB9E-6F9F1095E5D2}" destId="{265AA59F-CCAA-8A43-9E67-32F35382B692}" srcOrd="1" destOrd="0" presId="urn:microsoft.com/office/officeart/2005/8/layout/list1"/>
    <dgm:cxn modelId="{1ACA66D2-58F4-E540-A279-6156EB465975}" type="presParOf" srcId="{73FAB784-ADDB-B349-B2B4-012FD311614B}" destId="{F5516833-120E-5E40-9627-3A53D677DD7D}" srcOrd="1" destOrd="0" presId="urn:microsoft.com/office/officeart/2005/8/layout/list1"/>
    <dgm:cxn modelId="{84B06B8D-EAA1-4245-AD65-AE30AA2023C1}" type="presParOf" srcId="{73FAB784-ADDB-B349-B2B4-012FD311614B}" destId="{16AFEAD8-0373-9941-9950-3F3845DAC9E0}" srcOrd="2" destOrd="0" presId="urn:microsoft.com/office/officeart/2005/8/layout/list1"/>
    <dgm:cxn modelId="{F7A10BA0-2A4C-1B4A-AC01-C8A050EFA076}" type="presParOf" srcId="{73FAB784-ADDB-B349-B2B4-012FD311614B}" destId="{0258B623-3D2C-8B41-AB63-44FE07C3FDF5}" srcOrd="3" destOrd="0" presId="urn:microsoft.com/office/officeart/2005/8/layout/list1"/>
    <dgm:cxn modelId="{C9E3F979-88BC-5449-9F6B-958818AEC18D}" type="presParOf" srcId="{73FAB784-ADDB-B349-B2B4-012FD311614B}" destId="{898D1F76-94A1-EE40-85EB-20F2220B5D82}" srcOrd="4" destOrd="0" presId="urn:microsoft.com/office/officeart/2005/8/layout/list1"/>
    <dgm:cxn modelId="{0D6CCE50-3835-DB42-B440-ABCF8FDF7FCB}" type="presParOf" srcId="{898D1F76-94A1-EE40-85EB-20F2220B5D82}" destId="{F0778E89-520C-B841-97BE-15740D4947AB}" srcOrd="0" destOrd="0" presId="urn:microsoft.com/office/officeart/2005/8/layout/list1"/>
    <dgm:cxn modelId="{A5091B4D-B591-5E4A-ADE8-47370B8E4CF4}" type="presParOf" srcId="{898D1F76-94A1-EE40-85EB-20F2220B5D82}" destId="{D782DD30-92BC-5243-BECD-B545E0C487DB}" srcOrd="1" destOrd="0" presId="urn:microsoft.com/office/officeart/2005/8/layout/list1"/>
    <dgm:cxn modelId="{DEE8BD6A-82F5-D947-8C70-640991302C82}" type="presParOf" srcId="{73FAB784-ADDB-B349-B2B4-012FD311614B}" destId="{1DE8A2DE-9FE3-E443-80BD-128392B705F0}" srcOrd="5" destOrd="0" presId="urn:microsoft.com/office/officeart/2005/8/layout/list1"/>
    <dgm:cxn modelId="{F7E55808-4AB7-3E45-B233-8CA9499B4119}" type="presParOf" srcId="{73FAB784-ADDB-B349-B2B4-012FD311614B}" destId="{AA5C5A5E-FE17-E64C-8C02-C3825B6B3651}"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DBCBE4C-77D1-44E3-96EF-0E25DF9245F9}" type="doc">
      <dgm:prSet loTypeId="urn:microsoft.com/office/officeart/2018/2/layout/IconLabelList" loCatId="icon" qsTypeId="urn:microsoft.com/office/officeart/2005/8/quickstyle/simple1" qsCatId="simple" csTypeId="urn:microsoft.com/office/officeart/2018/5/colors/Iconchunking_neutralbg_colorful5" csCatId="colorful" phldr="1"/>
      <dgm:spPr/>
      <dgm:t>
        <a:bodyPr/>
        <a:lstStyle/>
        <a:p>
          <a:endParaRPr lang="en-US"/>
        </a:p>
      </dgm:t>
    </dgm:pt>
    <dgm:pt modelId="{013F38C5-7290-4CE5-938C-4B1D44C22618}">
      <dgm:prSet/>
      <dgm:spPr/>
      <dgm:t>
        <a:bodyPr/>
        <a:lstStyle/>
        <a:p>
          <a:r>
            <a:rPr lang="en-US" b="0" i="0">
              <a:latin typeface="Calibri" panose="020F0502020204030204" pitchFamily="34" charset="0"/>
              <a:cs typeface="Calibri" panose="020F0502020204030204" pitchFamily="34" charset="0"/>
            </a:rPr>
            <a:t>Improve telemedicine</a:t>
          </a:r>
        </a:p>
      </dgm:t>
    </dgm:pt>
    <dgm:pt modelId="{13616F35-C3B4-4BAC-B489-1E150E2A6298}" type="parTrans" cxnId="{4DB0ABE6-4232-4C4B-BD3A-BFD2EB7268F6}">
      <dgm:prSet/>
      <dgm:spPr/>
      <dgm:t>
        <a:bodyPr/>
        <a:lstStyle/>
        <a:p>
          <a:endParaRPr lang="en-US"/>
        </a:p>
      </dgm:t>
    </dgm:pt>
    <dgm:pt modelId="{0682E5AD-B2F2-4E0C-96EF-77A812235504}" type="sibTrans" cxnId="{4DB0ABE6-4232-4C4B-BD3A-BFD2EB7268F6}">
      <dgm:prSet/>
      <dgm:spPr/>
      <dgm:t>
        <a:bodyPr/>
        <a:lstStyle/>
        <a:p>
          <a:endParaRPr lang="en-US"/>
        </a:p>
      </dgm:t>
    </dgm:pt>
    <dgm:pt modelId="{B72DDD10-BB01-4AB4-9691-AC7F45048C39}">
      <dgm:prSet/>
      <dgm:spPr/>
      <dgm:t>
        <a:bodyPr/>
        <a:lstStyle/>
        <a:p>
          <a:r>
            <a:rPr lang="en-US" b="0" i="0">
              <a:latin typeface="Calibri" panose="020F0502020204030204" pitchFamily="34" charset="0"/>
              <a:cs typeface="Calibri" panose="020F0502020204030204" pitchFamily="34" charset="0"/>
            </a:rPr>
            <a:t>Improve technology</a:t>
          </a:r>
        </a:p>
      </dgm:t>
    </dgm:pt>
    <dgm:pt modelId="{6348E9BF-A862-476D-885E-93A4DB08821A}" type="parTrans" cxnId="{4D5B7E54-52A2-419F-8AFC-AF6FC9838514}">
      <dgm:prSet/>
      <dgm:spPr/>
      <dgm:t>
        <a:bodyPr/>
        <a:lstStyle/>
        <a:p>
          <a:endParaRPr lang="en-US"/>
        </a:p>
      </dgm:t>
    </dgm:pt>
    <dgm:pt modelId="{F92145F4-3D8B-4B0B-B456-6A6F0F3A7D52}" type="sibTrans" cxnId="{4D5B7E54-52A2-419F-8AFC-AF6FC9838514}">
      <dgm:prSet/>
      <dgm:spPr/>
      <dgm:t>
        <a:bodyPr/>
        <a:lstStyle/>
        <a:p>
          <a:endParaRPr lang="en-US"/>
        </a:p>
      </dgm:t>
    </dgm:pt>
    <dgm:pt modelId="{06AE157B-B54E-4AC6-B416-1A017C4A94C9}">
      <dgm:prSet/>
      <dgm:spPr/>
      <dgm:t>
        <a:bodyPr/>
        <a:lstStyle/>
        <a:p>
          <a:r>
            <a:rPr lang="en-US" b="0" i="0">
              <a:latin typeface="Calibri" panose="020F0502020204030204" pitchFamily="34" charset="0"/>
              <a:cs typeface="Calibri" panose="020F0502020204030204" pitchFamily="34" charset="0"/>
            </a:rPr>
            <a:t>Future studies</a:t>
          </a:r>
        </a:p>
      </dgm:t>
    </dgm:pt>
    <dgm:pt modelId="{BC9FF4EE-154B-4A49-B246-0BA3796D6F05}" type="parTrans" cxnId="{D1442070-AF36-4CC0-909B-E03212CFDFFE}">
      <dgm:prSet/>
      <dgm:spPr/>
      <dgm:t>
        <a:bodyPr/>
        <a:lstStyle/>
        <a:p>
          <a:endParaRPr lang="en-US"/>
        </a:p>
      </dgm:t>
    </dgm:pt>
    <dgm:pt modelId="{2CDC1574-5DA9-4990-A3B4-2F768BAA2102}" type="sibTrans" cxnId="{D1442070-AF36-4CC0-909B-E03212CFDFFE}">
      <dgm:prSet/>
      <dgm:spPr/>
      <dgm:t>
        <a:bodyPr/>
        <a:lstStyle/>
        <a:p>
          <a:endParaRPr lang="en-US"/>
        </a:p>
      </dgm:t>
    </dgm:pt>
    <dgm:pt modelId="{D748C2E4-350D-469E-AB98-08A91CFC25A7}" type="pres">
      <dgm:prSet presAssocID="{6DBCBE4C-77D1-44E3-96EF-0E25DF9245F9}" presName="root" presStyleCnt="0">
        <dgm:presLayoutVars>
          <dgm:dir/>
          <dgm:resizeHandles val="exact"/>
        </dgm:presLayoutVars>
      </dgm:prSet>
      <dgm:spPr/>
    </dgm:pt>
    <dgm:pt modelId="{BBF3C827-C5F7-431C-80A0-0FC25A07D55B}" type="pres">
      <dgm:prSet presAssocID="{013F38C5-7290-4CE5-938C-4B1D44C22618}" presName="compNode" presStyleCnt="0"/>
      <dgm:spPr/>
    </dgm:pt>
    <dgm:pt modelId="{50C2BDA4-C7FD-4F4B-89F6-002A711DF1FE}" type="pres">
      <dgm:prSet presAssocID="{013F38C5-7290-4CE5-938C-4B1D44C2261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ethoscope"/>
        </a:ext>
      </dgm:extLst>
    </dgm:pt>
    <dgm:pt modelId="{8AF35B41-1371-4ADC-ADBE-E501110B075F}" type="pres">
      <dgm:prSet presAssocID="{013F38C5-7290-4CE5-938C-4B1D44C22618}" presName="spaceRect" presStyleCnt="0"/>
      <dgm:spPr/>
    </dgm:pt>
    <dgm:pt modelId="{856C7277-257C-416C-ACAF-E23262414634}" type="pres">
      <dgm:prSet presAssocID="{013F38C5-7290-4CE5-938C-4B1D44C22618}" presName="textRect" presStyleLbl="revTx" presStyleIdx="0" presStyleCnt="3">
        <dgm:presLayoutVars>
          <dgm:chMax val="1"/>
          <dgm:chPref val="1"/>
        </dgm:presLayoutVars>
      </dgm:prSet>
      <dgm:spPr/>
    </dgm:pt>
    <dgm:pt modelId="{AF11605C-22BC-4DA7-A411-D4125495B69C}" type="pres">
      <dgm:prSet presAssocID="{0682E5AD-B2F2-4E0C-96EF-77A812235504}" presName="sibTrans" presStyleCnt="0"/>
      <dgm:spPr/>
    </dgm:pt>
    <dgm:pt modelId="{12E5A596-AA72-4834-A4AD-379A91798BAC}" type="pres">
      <dgm:prSet presAssocID="{B72DDD10-BB01-4AB4-9691-AC7F45048C39}" presName="compNode" presStyleCnt="0"/>
      <dgm:spPr/>
    </dgm:pt>
    <dgm:pt modelId="{BDE7AAE5-79BF-4502-9FD6-B82DCC17B4A9}" type="pres">
      <dgm:prSet presAssocID="{B72DDD10-BB01-4AB4-9691-AC7F45048C39}"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mputer"/>
        </a:ext>
      </dgm:extLst>
    </dgm:pt>
    <dgm:pt modelId="{7756DBD3-5BA0-47AE-935C-FEA0C6770908}" type="pres">
      <dgm:prSet presAssocID="{B72DDD10-BB01-4AB4-9691-AC7F45048C39}" presName="spaceRect" presStyleCnt="0"/>
      <dgm:spPr/>
    </dgm:pt>
    <dgm:pt modelId="{F0B86FE2-7060-4CEA-AF35-3480B8D87CB2}" type="pres">
      <dgm:prSet presAssocID="{B72DDD10-BB01-4AB4-9691-AC7F45048C39}" presName="textRect" presStyleLbl="revTx" presStyleIdx="1" presStyleCnt="3">
        <dgm:presLayoutVars>
          <dgm:chMax val="1"/>
          <dgm:chPref val="1"/>
        </dgm:presLayoutVars>
      </dgm:prSet>
      <dgm:spPr/>
    </dgm:pt>
    <dgm:pt modelId="{81E133C6-C153-4540-AD5E-2F60650DDE6D}" type="pres">
      <dgm:prSet presAssocID="{F92145F4-3D8B-4B0B-B456-6A6F0F3A7D52}" presName="sibTrans" presStyleCnt="0"/>
      <dgm:spPr/>
    </dgm:pt>
    <dgm:pt modelId="{16C74A3A-CCC4-4D0B-AE3E-A267E7079EC2}" type="pres">
      <dgm:prSet presAssocID="{06AE157B-B54E-4AC6-B416-1A017C4A94C9}" presName="compNode" presStyleCnt="0"/>
      <dgm:spPr/>
    </dgm:pt>
    <dgm:pt modelId="{75AC4F73-982A-48B8-A275-CE99755FC4A7}" type="pres">
      <dgm:prSet presAssocID="{06AE157B-B54E-4AC6-B416-1A017C4A94C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ooks"/>
        </a:ext>
      </dgm:extLst>
    </dgm:pt>
    <dgm:pt modelId="{0CF3DBB0-D7D3-45E7-8FFE-A95585AD854C}" type="pres">
      <dgm:prSet presAssocID="{06AE157B-B54E-4AC6-B416-1A017C4A94C9}" presName="spaceRect" presStyleCnt="0"/>
      <dgm:spPr/>
    </dgm:pt>
    <dgm:pt modelId="{3B55DC1A-BA9F-4599-A3DB-7BE18A6F798E}" type="pres">
      <dgm:prSet presAssocID="{06AE157B-B54E-4AC6-B416-1A017C4A94C9}" presName="textRect" presStyleLbl="revTx" presStyleIdx="2" presStyleCnt="3">
        <dgm:presLayoutVars>
          <dgm:chMax val="1"/>
          <dgm:chPref val="1"/>
        </dgm:presLayoutVars>
      </dgm:prSet>
      <dgm:spPr/>
    </dgm:pt>
  </dgm:ptLst>
  <dgm:cxnLst>
    <dgm:cxn modelId="{D1442070-AF36-4CC0-909B-E03212CFDFFE}" srcId="{6DBCBE4C-77D1-44E3-96EF-0E25DF9245F9}" destId="{06AE157B-B54E-4AC6-B416-1A017C4A94C9}" srcOrd="2" destOrd="0" parTransId="{BC9FF4EE-154B-4A49-B246-0BA3796D6F05}" sibTransId="{2CDC1574-5DA9-4990-A3B4-2F768BAA2102}"/>
    <dgm:cxn modelId="{4D5B7E54-52A2-419F-8AFC-AF6FC9838514}" srcId="{6DBCBE4C-77D1-44E3-96EF-0E25DF9245F9}" destId="{B72DDD10-BB01-4AB4-9691-AC7F45048C39}" srcOrd="1" destOrd="0" parTransId="{6348E9BF-A862-476D-885E-93A4DB08821A}" sibTransId="{F92145F4-3D8B-4B0B-B456-6A6F0F3A7D52}"/>
    <dgm:cxn modelId="{4EAB1695-4132-4220-B0DF-1CF6B7AF40AD}" type="presOf" srcId="{6DBCBE4C-77D1-44E3-96EF-0E25DF9245F9}" destId="{D748C2E4-350D-469E-AB98-08A91CFC25A7}" srcOrd="0" destOrd="0" presId="urn:microsoft.com/office/officeart/2018/2/layout/IconLabelList"/>
    <dgm:cxn modelId="{40FB41B8-4796-4C58-B682-741B299DD541}" type="presOf" srcId="{06AE157B-B54E-4AC6-B416-1A017C4A94C9}" destId="{3B55DC1A-BA9F-4599-A3DB-7BE18A6F798E}" srcOrd="0" destOrd="0" presId="urn:microsoft.com/office/officeart/2018/2/layout/IconLabelList"/>
    <dgm:cxn modelId="{7C35D6C3-FC96-4B0B-A360-DA922A519100}" type="presOf" srcId="{013F38C5-7290-4CE5-938C-4B1D44C22618}" destId="{856C7277-257C-416C-ACAF-E23262414634}" srcOrd="0" destOrd="0" presId="urn:microsoft.com/office/officeart/2018/2/layout/IconLabelList"/>
    <dgm:cxn modelId="{E25036D6-7C1F-489B-BB5C-CEE97AD8313B}" type="presOf" srcId="{B72DDD10-BB01-4AB4-9691-AC7F45048C39}" destId="{F0B86FE2-7060-4CEA-AF35-3480B8D87CB2}" srcOrd="0" destOrd="0" presId="urn:microsoft.com/office/officeart/2018/2/layout/IconLabelList"/>
    <dgm:cxn modelId="{4DB0ABE6-4232-4C4B-BD3A-BFD2EB7268F6}" srcId="{6DBCBE4C-77D1-44E3-96EF-0E25DF9245F9}" destId="{013F38C5-7290-4CE5-938C-4B1D44C22618}" srcOrd="0" destOrd="0" parTransId="{13616F35-C3B4-4BAC-B489-1E150E2A6298}" sibTransId="{0682E5AD-B2F2-4E0C-96EF-77A812235504}"/>
    <dgm:cxn modelId="{31686235-759C-4617-ACE9-66795FE0594E}" type="presParOf" srcId="{D748C2E4-350D-469E-AB98-08A91CFC25A7}" destId="{BBF3C827-C5F7-431C-80A0-0FC25A07D55B}" srcOrd="0" destOrd="0" presId="urn:microsoft.com/office/officeart/2018/2/layout/IconLabelList"/>
    <dgm:cxn modelId="{31FA8A6F-2829-4721-BE9E-51646EB6B789}" type="presParOf" srcId="{BBF3C827-C5F7-431C-80A0-0FC25A07D55B}" destId="{50C2BDA4-C7FD-4F4B-89F6-002A711DF1FE}" srcOrd="0" destOrd="0" presId="urn:microsoft.com/office/officeart/2018/2/layout/IconLabelList"/>
    <dgm:cxn modelId="{2FBB6823-C9F0-492F-BD20-6F6A719A7ABC}" type="presParOf" srcId="{BBF3C827-C5F7-431C-80A0-0FC25A07D55B}" destId="{8AF35B41-1371-4ADC-ADBE-E501110B075F}" srcOrd="1" destOrd="0" presId="urn:microsoft.com/office/officeart/2018/2/layout/IconLabelList"/>
    <dgm:cxn modelId="{C5DCF0D9-1F8C-4507-AC81-588CCA5E79EB}" type="presParOf" srcId="{BBF3C827-C5F7-431C-80A0-0FC25A07D55B}" destId="{856C7277-257C-416C-ACAF-E23262414634}" srcOrd="2" destOrd="0" presId="urn:microsoft.com/office/officeart/2018/2/layout/IconLabelList"/>
    <dgm:cxn modelId="{F7D6B149-D547-4211-8E3C-EDD815C3A664}" type="presParOf" srcId="{D748C2E4-350D-469E-AB98-08A91CFC25A7}" destId="{AF11605C-22BC-4DA7-A411-D4125495B69C}" srcOrd="1" destOrd="0" presId="urn:microsoft.com/office/officeart/2018/2/layout/IconLabelList"/>
    <dgm:cxn modelId="{6568459E-DFCC-48AF-B67E-2CF03B8FE702}" type="presParOf" srcId="{D748C2E4-350D-469E-AB98-08A91CFC25A7}" destId="{12E5A596-AA72-4834-A4AD-379A91798BAC}" srcOrd="2" destOrd="0" presId="urn:microsoft.com/office/officeart/2018/2/layout/IconLabelList"/>
    <dgm:cxn modelId="{FBCE0D96-E49C-43D2-BC33-6357424E0BCD}" type="presParOf" srcId="{12E5A596-AA72-4834-A4AD-379A91798BAC}" destId="{BDE7AAE5-79BF-4502-9FD6-B82DCC17B4A9}" srcOrd="0" destOrd="0" presId="urn:microsoft.com/office/officeart/2018/2/layout/IconLabelList"/>
    <dgm:cxn modelId="{137EB217-CE07-4CAB-802D-CA1E7C220191}" type="presParOf" srcId="{12E5A596-AA72-4834-A4AD-379A91798BAC}" destId="{7756DBD3-5BA0-47AE-935C-FEA0C6770908}" srcOrd="1" destOrd="0" presId="urn:microsoft.com/office/officeart/2018/2/layout/IconLabelList"/>
    <dgm:cxn modelId="{507F50E8-F975-41D2-BBA4-D7DD8F34F60E}" type="presParOf" srcId="{12E5A596-AA72-4834-A4AD-379A91798BAC}" destId="{F0B86FE2-7060-4CEA-AF35-3480B8D87CB2}" srcOrd="2" destOrd="0" presId="urn:microsoft.com/office/officeart/2018/2/layout/IconLabelList"/>
    <dgm:cxn modelId="{A37A8F2A-1DAD-429F-B1B0-30147EA625EA}" type="presParOf" srcId="{D748C2E4-350D-469E-AB98-08A91CFC25A7}" destId="{81E133C6-C153-4540-AD5E-2F60650DDE6D}" srcOrd="3" destOrd="0" presId="urn:microsoft.com/office/officeart/2018/2/layout/IconLabelList"/>
    <dgm:cxn modelId="{6533494A-87E1-4F92-B706-9E40A87D53D0}" type="presParOf" srcId="{D748C2E4-350D-469E-AB98-08A91CFC25A7}" destId="{16C74A3A-CCC4-4D0B-AE3E-A267E7079EC2}" srcOrd="4" destOrd="0" presId="urn:microsoft.com/office/officeart/2018/2/layout/IconLabelList"/>
    <dgm:cxn modelId="{585063E6-B351-47A7-9251-DA3E93089F31}" type="presParOf" srcId="{16C74A3A-CCC4-4D0B-AE3E-A267E7079EC2}" destId="{75AC4F73-982A-48B8-A275-CE99755FC4A7}" srcOrd="0" destOrd="0" presId="urn:microsoft.com/office/officeart/2018/2/layout/IconLabelList"/>
    <dgm:cxn modelId="{276405B0-D4C7-4ADA-BBE8-33E57573F3E1}" type="presParOf" srcId="{16C74A3A-CCC4-4D0B-AE3E-A267E7079EC2}" destId="{0CF3DBB0-D7D3-45E7-8FFE-A95585AD854C}" srcOrd="1" destOrd="0" presId="urn:microsoft.com/office/officeart/2018/2/layout/IconLabelList"/>
    <dgm:cxn modelId="{671C905F-AEE6-43C7-A805-6689D37C466D}" type="presParOf" srcId="{16C74A3A-CCC4-4D0B-AE3E-A267E7079EC2}" destId="{3B55DC1A-BA9F-4599-A3DB-7BE18A6F798E}"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E24E04-0014-CC4A-B9D6-F072A5D5E091}">
      <dsp:nvSpPr>
        <dsp:cNvPr id="0" name=""/>
        <dsp:cNvSpPr/>
      </dsp:nvSpPr>
      <dsp:spPr>
        <a:xfrm>
          <a:off x="0" y="3153454"/>
          <a:ext cx="11378064" cy="103503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US" sz="2800" b="0" i="0" kern="1200">
              <a:latin typeface="Calibri" panose="020F0502020204030204" pitchFamily="34" charset="0"/>
              <a:cs typeface="Calibri" panose="020F0502020204030204" pitchFamily="34" charset="0"/>
            </a:rPr>
            <a:t>Model evaluation</a:t>
          </a:r>
        </a:p>
      </dsp:txBody>
      <dsp:txXfrm>
        <a:off x="0" y="3153454"/>
        <a:ext cx="11378064" cy="558918"/>
      </dsp:txXfrm>
    </dsp:sp>
    <dsp:sp modelId="{D148102A-3FCB-114B-AB77-C368030B57A0}">
      <dsp:nvSpPr>
        <dsp:cNvPr id="0" name=""/>
        <dsp:cNvSpPr/>
      </dsp:nvSpPr>
      <dsp:spPr>
        <a:xfrm>
          <a:off x="6795" y="3691672"/>
          <a:ext cx="1836157" cy="476115"/>
        </a:xfrm>
        <a:prstGeom prst="rect">
          <a:avLst/>
        </a:prstGeom>
        <a:solidFill>
          <a:schemeClr val="accent5">
            <a:alpha val="90000"/>
            <a:tint val="40000"/>
            <a:hueOff val="0"/>
            <a:satOff val="0"/>
            <a:lumOff val="0"/>
            <a:alphaOff val="0"/>
          </a:schemeClr>
        </a:solidFill>
        <a:ln w="12700" cap="flat" cmpd="sng" algn="ctr">
          <a:solidFill>
            <a:schemeClr val="accent5">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688" tIns="30480" rIns="170688" bIns="30480" numCol="1" spcCol="1270" anchor="ctr" anchorCtr="0">
          <a:noAutofit/>
        </a:bodyPr>
        <a:lstStyle/>
        <a:p>
          <a:pPr marL="0" lvl="0" indent="0" algn="ctr" defTabSz="1066800">
            <a:lnSpc>
              <a:spcPct val="90000"/>
            </a:lnSpc>
            <a:spcBef>
              <a:spcPct val="0"/>
            </a:spcBef>
            <a:spcAft>
              <a:spcPct val="35000"/>
            </a:spcAft>
            <a:buNone/>
          </a:pPr>
          <a:r>
            <a:rPr lang="en-US" sz="2400" b="0" i="0" kern="1200">
              <a:latin typeface="Calibri" panose="020F0502020204030204" pitchFamily="34" charset="0"/>
              <a:cs typeface="Calibri" panose="020F0502020204030204" pitchFamily="34" charset="0"/>
            </a:rPr>
            <a:t>ROC-AUC</a:t>
          </a:r>
        </a:p>
      </dsp:txBody>
      <dsp:txXfrm>
        <a:off x="6795" y="3691672"/>
        <a:ext cx="1836157" cy="476115"/>
      </dsp:txXfrm>
    </dsp:sp>
    <dsp:sp modelId="{B3C9A804-0AB8-1840-AB8D-AD3545801DF6}">
      <dsp:nvSpPr>
        <dsp:cNvPr id="0" name=""/>
        <dsp:cNvSpPr/>
      </dsp:nvSpPr>
      <dsp:spPr>
        <a:xfrm>
          <a:off x="1842952" y="3691672"/>
          <a:ext cx="1836157" cy="476115"/>
        </a:xfrm>
        <a:prstGeom prst="rect">
          <a:avLst/>
        </a:prstGeom>
        <a:solidFill>
          <a:schemeClr val="accent5">
            <a:alpha val="90000"/>
            <a:tint val="40000"/>
            <a:hueOff val="0"/>
            <a:satOff val="0"/>
            <a:lumOff val="0"/>
            <a:alphaOff val="0"/>
          </a:schemeClr>
        </a:solidFill>
        <a:ln w="12700" cap="flat" cmpd="sng" algn="ctr">
          <a:solidFill>
            <a:schemeClr val="accent5">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688" tIns="30480" rIns="170688" bIns="30480" numCol="1" spcCol="1270" anchor="ctr" anchorCtr="0">
          <a:noAutofit/>
        </a:bodyPr>
        <a:lstStyle/>
        <a:p>
          <a:pPr marL="0" lvl="0" indent="0" algn="ctr" defTabSz="1066800">
            <a:lnSpc>
              <a:spcPct val="90000"/>
            </a:lnSpc>
            <a:spcBef>
              <a:spcPct val="0"/>
            </a:spcBef>
            <a:spcAft>
              <a:spcPct val="35000"/>
            </a:spcAft>
            <a:buNone/>
          </a:pPr>
          <a:r>
            <a:rPr lang="en-US" sz="2400" b="0" i="0" kern="1200">
              <a:latin typeface="Calibri" panose="020F0502020204030204" pitchFamily="34" charset="0"/>
              <a:cs typeface="Calibri" panose="020F0502020204030204" pitchFamily="34" charset="0"/>
            </a:rPr>
            <a:t>PR-AUC</a:t>
          </a:r>
        </a:p>
      </dsp:txBody>
      <dsp:txXfrm>
        <a:off x="1842952" y="3691672"/>
        <a:ext cx="1836157" cy="476115"/>
      </dsp:txXfrm>
    </dsp:sp>
    <dsp:sp modelId="{A1E6AD5A-AE06-344D-88FA-AD438A210755}">
      <dsp:nvSpPr>
        <dsp:cNvPr id="0" name=""/>
        <dsp:cNvSpPr/>
      </dsp:nvSpPr>
      <dsp:spPr>
        <a:xfrm>
          <a:off x="3679109" y="3691672"/>
          <a:ext cx="1836157" cy="476115"/>
        </a:xfrm>
        <a:prstGeom prst="rect">
          <a:avLst/>
        </a:prstGeom>
        <a:solidFill>
          <a:schemeClr val="accent5">
            <a:alpha val="90000"/>
            <a:tint val="40000"/>
            <a:hueOff val="0"/>
            <a:satOff val="0"/>
            <a:lumOff val="0"/>
            <a:alphaOff val="0"/>
          </a:schemeClr>
        </a:solidFill>
        <a:ln w="12700" cap="flat" cmpd="sng" algn="ctr">
          <a:solidFill>
            <a:schemeClr val="accent5">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688" tIns="30480" rIns="170688" bIns="30480" numCol="1" spcCol="1270" anchor="ctr" anchorCtr="0">
          <a:noAutofit/>
        </a:bodyPr>
        <a:lstStyle/>
        <a:p>
          <a:pPr marL="0" lvl="0" indent="0" algn="ctr" defTabSz="1066800">
            <a:lnSpc>
              <a:spcPct val="90000"/>
            </a:lnSpc>
            <a:spcBef>
              <a:spcPct val="0"/>
            </a:spcBef>
            <a:spcAft>
              <a:spcPct val="35000"/>
            </a:spcAft>
            <a:buNone/>
          </a:pPr>
          <a:r>
            <a:rPr lang="en-US" sz="2400" b="0" i="0" kern="1200">
              <a:latin typeface="Calibri" panose="020F0502020204030204" pitchFamily="34" charset="0"/>
              <a:cs typeface="Calibri" panose="020F0502020204030204" pitchFamily="34" charset="0"/>
            </a:rPr>
            <a:t>Accuracy</a:t>
          </a:r>
        </a:p>
      </dsp:txBody>
      <dsp:txXfrm>
        <a:off x="3679109" y="3691672"/>
        <a:ext cx="1836157" cy="476115"/>
      </dsp:txXfrm>
    </dsp:sp>
    <dsp:sp modelId="{3AD00EFA-4087-474E-B825-7F7DFD880139}">
      <dsp:nvSpPr>
        <dsp:cNvPr id="0" name=""/>
        <dsp:cNvSpPr/>
      </dsp:nvSpPr>
      <dsp:spPr>
        <a:xfrm>
          <a:off x="5515267" y="3691672"/>
          <a:ext cx="2183686" cy="476115"/>
        </a:xfrm>
        <a:prstGeom prst="rect">
          <a:avLst/>
        </a:prstGeom>
        <a:solidFill>
          <a:schemeClr val="accent5">
            <a:alpha val="90000"/>
            <a:tint val="40000"/>
            <a:hueOff val="0"/>
            <a:satOff val="0"/>
            <a:lumOff val="0"/>
            <a:alphaOff val="0"/>
          </a:schemeClr>
        </a:solidFill>
        <a:ln w="12700" cap="flat" cmpd="sng" algn="ctr">
          <a:solidFill>
            <a:schemeClr val="accent5">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688" tIns="30480" rIns="170688" bIns="30480" numCol="1" spcCol="1270" anchor="ctr" anchorCtr="0">
          <a:noAutofit/>
        </a:bodyPr>
        <a:lstStyle/>
        <a:p>
          <a:pPr marL="0" lvl="0" indent="0" algn="ctr" defTabSz="1066800">
            <a:lnSpc>
              <a:spcPct val="90000"/>
            </a:lnSpc>
            <a:spcBef>
              <a:spcPct val="0"/>
            </a:spcBef>
            <a:spcAft>
              <a:spcPct val="35000"/>
            </a:spcAft>
            <a:buNone/>
          </a:pPr>
          <a:r>
            <a:rPr lang="en-US" sz="2400" b="0" i="0" kern="1200">
              <a:latin typeface="Calibri" panose="020F0502020204030204" pitchFamily="34" charset="0"/>
              <a:cs typeface="Calibri" panose="020F0502020204030204" pitchFamily="34" charset="0"/>
            </a:rPr>
            <a:t>Cohen’s kappa</a:t>
          </a:r>
        </a:p>
      </dsp:txBody>
      <dsp:txXfrm>
        <a:off x="5515267" y="3691672"/>
        <a:ext cx="2183686" cy="476115"/>
      </dsp:txXfrm>
    </dsp:sp>
    <dsp:sp modelId="{2A3EC765-8EB7-6046-BE9D-A3CCDE35158D}">
      <dsp:nvSpPr>
        <dsp:cNvPr id="0" name=""/>
        <dsp:cNvSpPr/>
      </dsp:nvSpPr>
      <dsp:spPr>
        <a:xfrm>
          <a:off x="7698954" y="3691672"/>
          <a:ext cx="1836157" cy="476115"/>
        </a:xfrm>
        <a:prstGeom prst="rect">
          <a:avLst/>
        </a:prstGeom>
        <a:solidFill>
          <a:schemeClr val="accent5">
            <a:alpha val="90000"/>
            <a:tint val="40000"/>
            <a:hueOff val="0"/>
            <a:satOff val="0"/>
            <a:lumOff val="0"/>
            <a:alphaOff val="0"/>
          </a:schemeClr>
        </a:solidFill>
        <a:ln w="12700" cap="flat" cmpd="sng" algn="ctr">
          <a:solidFill>
            <a:schemeClr val="accent5">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688" tIns="30480" rIns="170688" bIns="30480" numCol="1" spcCol="1270" anchor="ctr" anchorCtr="0">
          <a:noAutofit/>
        </a:bodyPr>
        <a:lstStyle/>
        <a:p>
          <a:pPr marL="0" lvl="0" indent="0" algn="ctr" defTabSz="1066800">
            <a:lnSpc>
              <a:spcPct val="90000"/>
            </a:lnSpc>
            <a:spcBef>
              <a:spcPct val="0"/>
            </a:spcBef>
            <a:spcAft>
              <a:spcPct val="35000"/>
            </a:spcAft>
            <a:buNone/>
          </a:pPr>
          <a:r>
            <a:rPr lang="en-US" sz="2400" b="0" i="0" kern="1200">
              <a:latin typeface="Calibri" panose="020F0502020204030204" pitchFamily="34" charset="0"/>
              <a:cs typeface="Calibri" panose="020F0502020204030204" pitchFamily="34" charset="0"/>
            </a:rPr>
            <a:t>Sensitivity </a:t>
          </a:r>
        </a:p>
      </dsp:txBody>
      <dsp:txXfrm>
        <a:off x="7698954" y="3691672"/>
        <a:ext cx="1836157" cy="476115"/>
      </dsp:txXfrm>
    </dsp:sp>
    <dsp:sp modelId="{5898D4DD-55F9-5F45-80BF-4814BFD5B758}">
      <dsp:nvSpPr>
        <dsp:cNvPr id="0" name=""/>
        <dsp:cNvSpPr/>
      </dsp:nvSpPr>
      <dsp:spPr>
        <a:xfrm>
          <a:off x="9535111" y="3691672"/>
          <a:ext cx="1836157" cy="476115"/>
        </a:xfrm>
        <a:prstGeom prst="rect">
          <a:avLst/>
        </a:prstGeom>
        <a:solidFill>
          <a:schemeClr val="accent5">
            <a:alpha val="90000"/>
            <a:tint val="40000"/>
            <a:hueOff val="0"/>
            <a:satOff val="0"/>
            <a:lumOff val="0"/>
            <a:alphaOff val="0"/>
          </a:schemeClr>
        </a:solidFill>
        <a:ln w="12700" cap="flat" cmpd="sng" algn="ctr">
          <a:solidFill>
            <a:schemeClr val="accent5">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688" tIns="30480" rIns="170688" bIns="30480" numCol="1" spcCol="1270" anchor="ctr" anchorCtr="0">
          <a:noAutofit/>
        </a:bodyPr>
        <a:lstStyle/>
        <a:p>
          <a:pPr marL="0" lvl="0" indent="0" algn="ctr" defTabSz="1066800">
            <a:lnSpc>
              <a:spcPct val="90000"/>
            </a:lnSpc>
            <a:spcBef>
              <a:spcPct val="0"/>
            </a:spcBef>
            <a:spcAft>
              <a:spcPct val="35000"/>
            </a:spcAft>
            <a:buNone/>
          </a:pPr>
          <a:r>
            <a:rPr lang="en-US" sz="2400" b="0" i="0" kern="1200">
              <a:latin typeface="Calibri" panose="020F0502020204030204" pitchFamily="34" charset="0"/>
              <a:cs typeface="Calibri" panose="020F0502020204030204" pitchFamily="34" charset="0"/>
            </a:rPr>
            <a:t>Specificity</a:t>
          </a:r>
        </a:p>
      </dsp:txBody>
      <dsp:txXfrm>
        <a:off x="9535111" y="3691672"/>
        <a:ext cx="1836157" cy="476115"/>
      </dsp:txXfrm>
    </dsp:sp>
    <dsp:sp modelId="{8B13C7D9-97E1-1545-8E25-F59512BC2FE8}">
      <dsp:nvSpPr>
        <dsp:cNvPr id="0" name=""/>
        <dsp:cNvSpPr/>
      </dsp:nvSpPr>
      <dsp:spPr>
        <a:xfrm rot="10800000">
          <a:off x="0" y="1577097"/>
          <a:ext cx="11378064" cy="1591882"/>
        </a:xfrm>
        <a:prstGeom prst="upArrowCallou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US" sz="2800" b="0" i="0" kern="1200">
              <a:solidFill>
                <a:schemeClr val="tx1"/>
              </a:solidFill>
              <a:latin typeface="Calibri" panose="020F0502020204030204" pitchFamily="34" charset="0"/>
              <a:cs typeface="Calibri" panose="020F0502020204030204" pitchFamily="34" charset="0"/>
            </a:rPr>
            <a:t>Model building and training were streamlined using the </a:t>
          </a:r>
          <a:r>
            <a:rPr lang="en-US" sz="2800" b="0" i="0" kern="1200">
              <a:latin typeface="Calibri" panose="020F0502020204030204" pitchFamily="34" charset="0"/>
              <a:cs typeface="Calibri" panose="020F0502020204030204" pitchFamily="34" charset="0"/>
            </a:rPr>
            <a:t>caret package</a:t>
          </a:r>
        </a:p>
      </dsp:txBody>
      <dsp:txXfrm rot="10800000">
        <a:off x="0" y="1577097"/>
        <a:ext cx="11378064" cy="1034357"/>
      </dsp:txXfrm>
    </dsp:sp>
    <dsp:sp modelId="{69A28A3C-D138-E940-ACAA-C45637C41BD3}">
      <dsp:nvSpPr>
        <dsp:cNvPr id="0" name=""/>
        <dsp:cNvSpPr/>
      </dsp:nvSpPr>
      <dsp:spPr>
        <a:xfrm rot="10800000">
          <a:off x="0" y="740"/>
          <a:ext cx="11378064" cy="1591882"/>
        </a:xfrm>
        <a:prstGeom prst="upArrowCallou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US" sz="2800" b="0" i="0" kern="1200">
              <a:latin typeface="Calibri" panose="020F0502020204030204" pitchFamily="34" charset="0"/>
              <a:cs typeface="Calibri" panose="020F0502020204030204" pitchFamily="34" charset="0"/>
            </a:rPr>
            <a:t>Cross-validation</a:t>
          </a:r>
        </a:p>
      </dsp:txBody>
      <dsp:txXfrm rot="-10800000">
        <a:off x="0" y="740"/>
        <a:ext cx="11378064" cy="558750"/>
      </dsp:txXfrm>
    </dsp:sp>
    <dsp:sp modelId="{93791292-D8BD-3646-ACFC-A2A9A1894FDF}">
      <dsp:nvSpPr>
        <dsp:cNvPr id="0" name=""/>
        <dsp:cNvSpPr/>
      </dsp:nvSpPr>
      <dsp:spPr>
        <a:xfrm>
          <a:off x="0" y="559491"/>
          <a:ext cx="5689032" cy="475972"/>
        </a:xfrm>
        <a:prstGeom prst="rect">
          <a:avLst/>
        </a:prstGeom>
        <a:solidFill>
          <a:schemeClr val="accent5">
            <a:alpha val="90000"/>
            <a:tint val="40000"/>
            <a:hueOff val="0"/>
            <a:satOff val="0"/>
            <a:lumOff val="0"/>
            <a:alphaOff val="0"/>
          </a:schemeClr>
        </a:solidFill>
        <a:ln w="12700" cap="flat" cmpd="sng" algn="ctr">
          <a:solidFill>
            <a:schemeClr val="accent5">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688" tIns="30480" rIns="170688" bIns="30480" numCol="1" spcCol="1270" anchor="ctr" anchorCtr="0">
          <a:noAutofit/>
        </a:bodyPr>
        <a:lstStyle/>
        <a:p>
          <a:pPr marL="0" lvl="0" indent="0" algn="ctr" defTabSz="1066800">
            <a:lnSpc>
              <a:spcPct val="90000"/>
            </a:lnSpc>
            <a:spcBef>
              <a:spcPct val="0"/>
            </a:spcBef>
            <a:spcAft>
              <a:spcPct val="35000"/>
            </a:spcAft>
            <a:buNone/>
          </a:pPr>
          <a:r>
            <a:rPr lang="en-US" sz="2400" b="0" i="0" kern="1200">
              <a:latin typeface="Calibri" panose="020F0502020204030204" pitchFamily="34" charset="0"/>
              <a:cs typeface="Calibri" panose="020F0502020204030204" pitchFamily="34" charset="0"/>
            </a:rPr>
            <a:t>10-fold</a:t>
          </a:r>
        </a:p>
      </dsp:txBody>
      <dsp:txXfrm>
        <a:off x="0" y="559491"/>
        <a:ext cx="5689032" cy="475972"/>
      </dsp:txXfrm>
    </dsp:sp>
    <dsp:sp modelId="{C5CD53F3-B686-1343-B890-B0FF8AB6181E}">
      <dsp:nvSpPr>
        <dsp:cNvPr id="0" name=""/>
        <dsp:cNvSpPr/>
      </dsp:nvSpPr>
      <dsp:spPr>
        <a:xfrm>
          <a:off x="5689032" y="559491"/>
          <a:ext cx="5689032" cy="475972"/>
        </a:xfrm>
        <a:prstGeom prst="rect">
          <a:avLst/>
        </a:prstGeom>
        <a:solidFill>
          <a:schemeClr val="accent5">
            <a:alpha val="90000"/>
            <a:tint val="40000"/>
            <a:hueOff val="0"/>
            <a:satOff val="0"/>
            <a:lumOff val="0"/>
            <a:alphaOff val="0"/>
          </a:schemeClr>
        </a:solidFill>
        <a:ln w="12700" cap="flat" cmpd="sng" algn="ctr">
          <a:solidFill>
            <a:schemeClr val="accent5">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688" tIns="30480" rIns="170688" bIns="30480" numCol="1" spcCol="1270" anchor="ctr" anchorCtr="0">
          <a:noAutofit/>
        </a:bodyPr>
        <a:lstStyle/>
        <a:p>
          <a:pPr marL="0" lvl="0" indent="0" algn="ctr" defTabSz="1066800">
            <a:lnSpc>
              <a:spcPct val="90000"/>
            </a:lnSpc>
            <a:spcBef>
              <a:spcPct val="0"/>
            </a:spcBef>
            <a:spcAft>
              <a:spcPct val="35000"/>
            </a:spcAft>
            <a:buNone/>
          </a:pPr>
          <a:r>
            <a:rPr lang="en-US" sz="2400" b="0" i="0" kern="1200">
              <a:latin typeface="Calibri" panose="020F0502020204030204" pitchFamily="34" charset="0"/>
              <a:cs typeface="Calibri" panose="020F0502020204030204" pitchFamily="34" charset="0"/>
            </a:rPr>
            <a:t>Leave-one-out </a:t>
          </a:r>
        </a:p>
      </dsp:txBody>
      <dsp:txXfrm>
        <a:off x="5689032" y="559491"/>
        <a:ext cx="5689032" cy="47597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08063C-C5A1-7E4E-A1FD-1381A20F32AC}">
      <dsp:nvSpPr>
        <dsp:cNvPr id="0" name=""/>
        <dsp:cNvSpPr/>
      </dsp:nvSpPr>
      <dsp:spPr>
        <a:xfrm>
          <a:off x="0" y="234989"/>
          <a:ext cx="11033029" cy="203175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6286" tIns="312420" rIns="856286" bIns="170688" numCol="1" spcCol="1270" anchor="t" anchorCtr="0">
          <a:noAutofit/>
        </a:bodyPr>
        <a:lstStyle/>
        <a:p>
          <a:pPr marL="228600" lvl="1" indent="-228600" algn="l" defTabSz="1066800">
            <a:lnSpc>
              <a:spcPct val="90000"/>
            </a:lnSpc>
            <a:spcBef>
              <a:spcPct val="0"/>
            </a:spcBef>
            <a:spcAft>
              <a:spcPct val="15000"/>
            </a:spcAft>
            <a:buClr>
              <a:schemeClr val="tx1"/>
            </a:buClr>
            <a:buChar char="•"/>
          </a:pPr>
          <a:r>
            <a:rPr lang="en-US" sz="2400" b="0" i="0" kern="1200">
              <a:solidFill>
                <a:schemeClr val="accent6"/>
              </a:solidFill>
              <a:latin typeface="Calibri" panose="020F0502020204030204" pitchFamily="34" charset="0"/>
              <a:cs typeface="Calibri" panose="020F0502020204030204" pitchFamily="34" charset="0"/>
            </a:rPr>
            <a:t>Multiple logistic regression</a:t>
          </a:r>
        </a:p>
        <a:p>
          <a:pPr marL="228600" lvl="1" indent="-228600" algn="l" defTabSz="1066800">
            <a:lnSpc>
              <a:spcPct val="90000"/>
            </a:lnSpc>
            <a:spcBef>
              <a:spcPct val="0"/>
            </a:spcBef>
            <a:spcAft>
              <a:spcPct val="15000"/>
            </a:spcAft>
            <a:buClr>
              <a:schemeClr val="tx1"/>
            </a:buClr>
            <a:buChar char="•"/>
          </a:pPr>
          <a:r>
            <a:rPr lang="en-US" sz="2400" b="0" i="0" kern="1200">
              <a:solidFill>
                <a:schemeClr val="accent6"/>
              </a:solidFill>
              <a:latin typeface="Calibri" panose="020F0502020204030204" pitchFamily="34" charset="0"/>
              <a:cs typeface="Calibri" panose="020F0502020204030204" pitchFamily="34" charset="0"/>
            </a:rPr>
            <a:t>Quadratic discriminant analysis (QDA)</a:t>
          </a:r>
        </a:p>
        <a:p>
          <a:pPr marL="228600" lvl="1" indent="-228600" algn="l" defTabSz="1066800">
            <a:lnSpc>
              <a:spcPct val="90000"/>
            </a:lnSpc>
            <a:spcBef>
              <a:spcPct val="0"/>
            </a:spcBef>
            <a:spcAft>
              <a:spcPct val="15000"/>
            </a:spcAft>
            <a:buClr>
              <a:schemeClr val="tx1"/>
            </a:buClr>
            <a:buChar char="•"/>
          </a:pPr>
          <a:r>
            <a:rPr lang="en-US" sz="2400" b="0" i="0" kern="1200">
              <a:solidFill>
                <a:schemeClr val="accent6"/>
              </a:solidFill>
              <a:latin typeface="Calibri" panose="020F0502020204030204" pitchFamily="34" charset="0"/>
              <a:cs typeface="Calibri" panose="020F0502020204030204" pitchFamily="34" charset="0"/>
            </a:rPr>
            <a:t>Lasso regression</a:t>
          </a:r>
        </a:p>
        <a:p>
          <a:pPr marL="228600" lvl="1" indent="-228600" algn="l" defTabSz="1066800">
            <a:lnSpc>
              <a:spcPct val="90000"/>
            </a:lnSpc>
            <a:spcBef>
              <a:spcPct val="0"/>
            </a:spcBef>
            <a:spcAft>
              <a:spcPct val="15000"/>
            </a:spcAft>
            <a:buClr>
              <a:schemeClr val="tx1"/>
            </a:buClr>
            <a:buChar char="•"/>
          </a:pPr>
          <a:r>
            <a:rPr lang="en-US" sz="2400" b="0" i="0" kern="1200">
              <a:solidFill>
                <a:schemeClr val="accent6"/>
              </a:solidFill>
              <a:latin typeface="Calibri" panose="020F0502020204030204" pitchFamily="34" charset="0"/>
              <a:cs typeface="Calibri" panose="020F0502020204030204" pitchFamily="34" charset="0"/>
            </a:rPr>
            <a:t>Naïve Bayes</a:t>
          </a:r>
        </a:p>
      </dsp:txBody>
      <dsp:txXfrm>
        <a:off x="0" y="234989"/>
        <a:ext cx="11033029" cy="2031750"/>
      </dsp:txXfrm>
    </dsp:sp>
    <dsp:sp modelId="{98ECC3D5-028C-594C-8B4A-8B92DD57232E}">
      <dsp:nvSpPr>
        <dsp:cNvPr id="0" name=""/>
        <dsp:cNvSpPr/>
      </dsp:nvSpPr>
      <dsp:spPr>
        <a:xfrm>
          <a:off x="551651" y="13589"/>
          <a:ext cx="7723120" cy="4428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1916" tIns="0" rIns="291916" bIns="0" numCol="1" spcCol="1270" anchor="ctr" anchorCtr="0">
          <a:noAutofit/>
        </a:bodyPr>
        <a:lstStyle/>
        <a:p>
          <a:pPr marL="0" lvl="0" indent="0" algn="l" defTabSz="1066800">
            <a:lnSpc>
              <a:spcPct val="90000"/>
            </a:lnSpc>
            <a:spcBef>
              <a:spcPct val="0"/>
            </a:spcBef>
            <a:spcAft>
              <a:spcPct val="35000"/>
            </a:spcAft>
            <a:buNone/>
          </a:pPr>
          <a:r>
            <a:rPr lang="en-US" sz="2400" b="0" i="0" kern="1200">
              <a:latin typeface="Calibri" panose="020F0502020204030204" pitchFamily="34" charset="0"/>
              <a:cs typeface="Calibri" panose="020F0502020204030204" pitchFamily="34" charset="0"/>
            </a:rPr>
            <a:t>Parametric</a:t>
          </a:r>
        </a:p>
      </dsp:txBody>
      <dsp:txXfrm>
        <a:off x="573267" y="35205"/>
        <a:ext cx="7679888" cy="399568"/>
      </dsp:txXfrm>
    </dsp:sp>
    <dsp:sp modelId="{2FD4D2B3-432B-7742-A259-ECACBA63558B}">
      <dsp:nvSpPr>
        <dsp:cNvPr id="0" name=""/>
        <dsp:cNvSpPr/>
      </dsp:nvSpPr>
      <dsp:spPr>
        <a:xfrm>
          <a:off x="0" y="2569139"/>
          <a:ext cx="11033029" cy="16065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6286" tIns="312420" rIns="856286" bIns="170688" numCol="1" spcCol="1270" anchor="t" anchorCtr="0">
          <a:noAutofit/>
        </a:bodyPr>
        <a:lstStyle/>
        <a:p>
          <a:pPr marL="228600" lvl="1" indent="-228600" algn="l" defTabSz="1066800">
            <a:lnSpc>
              <a:spcPct val="90000"/>
            </a:lnSpc>
            <a:spcBef>
              <a:spcPct val="0"/>
            </a:spcBef>
            <a:spcAft>
              <a:spcPct val="15000"/>
            </a:spcAft>
            <a:buClr>
              <a:schemeClr val="tx1"/>
            </a:buClr>
            <a:buChar char="•"/>
          </a:pPr>
          <a:r>
            <a:rPr lang="en-US" sz="2400" b="0" i="0" kern="1200">
              <a:solidFill>
                <a:schemeClr val="accent6"/>
              </a:solidFill>
              <a:latin typeface="Calibri" panose="020F0502020204030204" pitchFamily="34" charset="0"/>
              <a:cs typeface="Calibri" panose="020F0502020204030204" pitchFamily="34" charset="0"/>
            </a:rPr>
            <a:t>Radial Kernel vector classifier (SVM)</a:t>
          </a:r>
        </a:p>
        <a:p>
          <a:pPr marL="228600" lvl="1" indent="-228600" algn="l" defTabSz="1066800">
            <a:lnSpc>
              <a:spcPct val="90000"/>
            </a:lnSpc>
            <a:spcBef>
              <a:spcPct val="0"/>
            </a:spcBef>
            <a:spcAft>
              <a:spcPct val="15000"/>
            </a:spcAft>
            <a:buClr>
              <a:schemeClr val="tx1"/>
            </a:buClr>
            <a:buChar char="•"/>
          </a:pPr>
          <a:r>
            <a:rPr lang="en-US" sz="2400" b="0" i="0" kern="1200">
              <a:solidFill>
                <a:schemeClr val="accent6"/>
              </a:solidFill>
              <a:latin typeface="Calibri" panose="020F0502020204030204" pitchFamily="34" charset="0"/>
              <a:cs typeface="Calibri" panose="020F0502020204030204" pitchFamily="34" charset="0"/>
            </a:rPr>
            <a:t>Classification trees</a:t>
          </a:r>
        </a:p>
        <a:p>
          <a:pPr marL="228600" lvl="1" indent="-228600" algn="l" defTabSz="1066800">
            <a:lnSpc>
              <a:spcPct val="90000"/>
            </a:lnSpc>
            <a:spcBef>
              <a:spcPct val="0"/>
            </a:spcBef>
            <a:spcAft>
              <a:spcPct val="15000"/>
            </a:spcAft>
            <a:buClr>
              <a:schemeClr val="tx1"/>
            </a:buClr>
            <a:buChar char="•"/>
          </a:pPr>
          <a:r>
            <a:rPr lang="en-US" sz="2400" b="0" i="0" kern="1200">
              <a:solidFill>
                <a:schemeClr val="accent6"/>
              </a:solidFill>
              <a:latin typeface="Calibri" panose="020F0502020204030204" pitchFamily="34" charset="0"/>
              <a:cs typeface="Calibri" panose="020F0502020204030204" pitchFamily="34" charset="0"/>
            </a:rPr>
            <a:t>K-nearest neighbor (KNN)</a:t>
          </a:r>
        </a:p>
      </dsp:txBody>
      <dsp:txXfrm>
        <a:off x="0" y="2569139"/>
        <a:ext cx="11033029" cy="1606500"/>
      </dsp:txXfrm>
    </dsp:sp>
    <dsp:sp modelId="{A1EB3E6F-E510-664C-B326-38337FC70E50}">
      <dsp:nvSpPr>
        <dsp:cNvPr id="0" name=""/>
        <dsp:cNvSpPr/>
      </dsp:nvSpPr>
      <dsp:spPr>
        <a:xfrm>
          <a:off x="551651" y="2347739"/>
          <a:ext cx="7723120" cy="44280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1916" tIns="0" rIns="291916" bIns="0" numCol="1" spcCol="1270" anchor="ctr" anchorCtr="0">
          <a:noAutofit/>
        </a:bodyPr>
        <a:lstStyle/>
        <a:p>
          <a:pPr marL="0" lvl="0" indent="0" algn="l" defTabSz="1066800">
            <a:lnSpc>
              <a:spcPct val="90000"/>
            </a:lnSpc>
            <a:spcBef>
              <a:spcPct val="0"/>
            </a:spcBef>
            <a:spcAft>
              <a:spcPct val="35000"/>
            </a:spcAft>
            <a:buNone/>
          </a:pPr>
          <a:r>
            <a:rPr lang="en-US" sz="2400" b="0" i="0" kern="1200">
              <a:latin typeface="Calibri" panose="020F0502020204030204" pitchFamily="34" charset="0"/>
              <a:cs typeface="Calibri" panose="020F0502020204030204" pitchFamily="34" charset="0"/>
            </a:rPr>
            <a:t>Non-parametric</a:t>
          </a:r>
        </a:p>
      </dsp:txBody>
      <dsp:txXfrm>
        <a:off x="573267" y="2369355"/>
        <a:ext cx="7679888" cy="39956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6DF7F3-D8B1-4D7C-AA36-1007AA5A5542}">
      <dsp:nvSpPr>
        <dsp:cNvPr id="0" name=""/>
        <dsp:cNvSpPr/>
      </dsp:nvSpPr>
      <dsp:spPr>
        <a:xfrm>
          <a:off x="933956" y="299416"/>
          <a:ext cx="1069031" cy="106903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B57C06A-4EF4-42CF-9B85-AEA2CDEEC7EC}">
      <dsp:nvSpPr>
        <dsp:cNvPr id="0" name=""/>
        <dsp:cNvSpPr/>
      </dsp:nvSpPr>
      <dsp:spPr>
        <a:xfrm>
          <a:off x="4561" y="1576490"/>
          <a:ext cx="3054375" cy="10022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22400">
            <a:lnSpc>
              <a:spcPct val="100000"/>
            </a:lnSpc>
            <a:spcBef>
              <a:spcPct val="0"/>
            </a:spcBef>
            <a:spcAft>
              <a:spcPct val="35000"/>
            </a:spcAft>
            <a:buNone/>
            <a:defRPr b="1"/>
          </a:pPr>
          <a:r>
            <a:rPr lang="en-US" sz="3200" b="0" i="0" kern="1200">
              <a:solidFill>
                <a:schemeClr val="accent6"/>
              </a:solidFill>
              <a:latin typeface="Calibri" panose="020F0502020204030204" pitchFamily="34" charset="0"/>
              <a:cs typeface="Calibri" panose="020F0502020204030204" pitchFamily="34" charset="0"/>
            </a:rPr>
            <a:t>Neural networks</a:t>
          </a:r>
        </a:p>
      </dsp:txBody>
      <dsp:txXfrm>
        <a:off x="4561" y="1576490"/>
        <a:ext cx="3054375" cy="1002216"/>
      </dsp:txXfrm>
    </dsp:sp>
    <dsp:sp modelId="{F2916C3C-EE9E-4902-9496-0EAA1F1B24AD}">
      <dsp:nvSpPr>
        <dsp:cNvPr id="0" name=""/>
        <dsp:cNvSpPr/>
      </dsp:nvSpPr>
      <dsp:spPr>
        <a:xfrm>
          <a:off x="4561" y="2643137"/>
          <a:ext cx="3054375" cy="947279"/>
        </a:xfrm>
        <a:prstGeom prst="rect">
          <a:avLst/>
        </a:prstGeom>
        <a:noFill/>
        <a:ln>
          <a:noFill/>
        </a:ln>
        <a:effectLst/>
      </dsp:spPr>
      <dsp:style>
        <a:lnRef idx="0">
          <a:scrgbClr r="0" g="0" b="0"/>
        </a:lnRef>
        <a:fillRef idx="0">
          <a:scrgbClr r="0" g="0" b="0"/>
        </a:fillRef>
        <a:effectRef idx="0">
          <a:scrgbClr r="0" g="0" b="0"/>
        </a:effectRef>
        <a:fontRef idx="minor"/>
      </dsp:style>
    </dsp:sp>
    <dsp:sp modelId="{9AFD775C-F9CA-4A53-9BA5-B118B9FC7E10}">
      <dsp:nvSpPr>
        <dsp:cNvPr id="0" name=""/>
        <dsp:cNvSpPr/>
      </dsp:nvSpPr>
      <dsp:spPr>
        <a:xfrm>
          <a:off x="4447854" y="372459"/>
          <a:ext cx="1069031" cy="106903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1814F1-2FB1-4EAF-BA05-21BCA7862FB6}">
      <dsp:nvSpPr>
        <dsp:cNvPr id="0" name=""/>
        <dsp:cNvSpPr/>
      </dsp:nvSpPr>
      <dsp:spPr>
        <a:xfrm>
          <a:off x="3593452" y="1538613"/>
          <a:ext cx="3054375" cy="10022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22400">
            <a:lnSpc>
              <a:spcPct val="100000"/>
            </a:lnSpc>
            <a:spcBef>
              <a:spcPct val="0"/>
            </a:spcBef>
            <a:spcAft>
              <a:spcPct val="35000"/>
            </a:spcAft>
            <a:buNone/>
            <a:defRPr b="1"/>
          </a:pPr>
          <a:r>
            <a:rPr lang="en-US" sz="3200" b="0" i="0" kern="1200">
              <a:solidFill>
                <a:schemeClr val="accent6"/>
              </a:solidFill>
              <a:latin typeface="Calibri" panose="020F0502020204030204" pitchFamily="34" charset="0"/>
              <a:cs typeface="Calibri" panose="020F0502020204030204" pitchFamily="34" charset="0"/>
            </a:rPr>
            <a:t>Feature selection</a:t>
          </a:r>
        </a:p>
      </dsp:txBody>
      <dsp:txXfrm>
        <a:off x="3593452" y="1538613"/>
        <a:ext cx="3054375" cy="1002216"/>
      </dsp:txXfrm>
    </dsp:sp>
    <dsp:sp modelId="{C9160CC4-6793-421C-BA5A-5C1B77168FCF}">
      <dsp:nvSpPr>
        <dsp:cNvPr id="0" name=""/>
        <dsp:cNvSpPr/>
      </dsp:nvSpPr>
      <dsp:spPr>
        <a:xfrm>
          <a:off x="3593452" y="2606921"/>
          <a:ext cx="3054375" cy="10249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b="0" i="0" kern="1200">
              <a:latin typeface="Calibri" panose="020F0502020204030204" pitchFamily="34" charset="0"/>
              <a:cs typeface="Calibri" panose="020F0502020204030204" pitchFamily="34" charset="0"/>
            </a:rPr>
            <a:t>Boruta with 1000 importance source runs</a:t>
          </a:r>
        </a:p>
        <a:p>
          <a:pPr marL="0" lvl="0" indent="0" algn="ctr" defTabSz="800100">
            <a:lnSpc>
              <a:spcPct val="100000"/>
            </a:lnSpc>
            <a:spcBef>
              <a:spcPct val="0"/>
            </a:spcBef>
            <a:spcAft>
              <a:spcPct val="35000"/>
            </a:spcAft>
            <a:buNone/>
          </a:pPr>
          <a:r>
            <a:rPr lang="en-US" sz="1800" b="0" i="0" kern="1200">
              <a:latin typeface="Calibri" panose="020F0502020204030204" pitchFamily="34" charset="0"/>
              <a:cs typeface="Calibri" panose="020F0502020204030204" pitchFamily="34" charset="0"/>
            </a:rPr>
            <a:t>154 of 753 features were identified as most important</a:t>
          </a:r>
        </a:p>
      </dsp:txBody>
      <dsp:txXfrm>
        <a:off x="3593452" y="2606921"/>
        <a:ext cx="3054375" cy="1024944"/>
      </dsp:txXfrm>
    </dsp:sp>
    <dsp:sp modelId="{F61CF04A-A0F8-427E-9F25-20B94AF84AAE}">
      <dsp:nvSpPr>
        <dsp:cNvPr id="0" name=""/>
        <dsp:cNvSpPr/>
      </dsp:nvSpPr>
      <dsp:spPr>
        <a:xfrm>
          <a:off x="8201675" y="257966"/>
          <a:ext cx="1069031" cy="106903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93C7144-0465-4A74-BFA3-945664465CAE}">
      <dsp:nvSpPr>
        <dsp:cNvPr id="0" name=""/>
        <dsp:cNvSpPr/>
      </dsp:nvSpPr>
      <dsp:spPr>
        <a:xfrm>
          <a:off x="7182343" y="1538613"/>
          <a:ext cx="3054375" cy="10022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22400">
            <a:lnSpc>
              <a:spcPct val="100000"/>
            </a:lnSpc>
            <a:spcBef>
              <a:spcPct val="0"/>
            </a:spcBef>
            <a:spcAft>
              <a:spcPct val="35000"/>
            </a:spcAft>
            <a:buNone/>
            <a:defRPr b="1"/>
          </a:pPr>
          <a:r>
            <a:rPr lang="en-US" sz="3200" b="0" i="0" kern="1200">
              <a:solidFill>
                <a:schemeClr val="accent6"/>
              </a:solidFill>
              <a:latin typeface="Calibri" panose="020F0502020204030204" pitchFamily="34" charset="0"/>
              <a:cs typeface="Calibri" panose="020F0502020204030204" pitchFamily="34" charset="0"/>
            </a:rPr>
            <a:t>Repeated measures </a:t>
          </a:r>
        </a:p>
      </dsp:txBody>
      <dsp:txXfrm>
        <a:off x="7182343" y="1538613"/>
        <a:ext cx="3054375" cy="1002216"/>
      </dsp:txXfrm>
    </dsp:sp>
    <dsp:sp modelId="{FA8E14B5-E4D7-46BF-9C2B-38FC77AA0BC2}">
      <dsp:nvSpPr>
        <dsp:cNvPr id="0" name=""/>
        <dsp:cNvSpPr/>
      </dsp:nvSpPr>
      <dsp:spPr>
        <a:xfrm>
          <a:off x="7182343" y="2606921"/>
          <a:ext cx="3054375" cy="10249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b="0" i="0" kern="1200">
              <a:latin typeface="Calibri" panose="020F0502020204030204" pitchFamily="34" charset="0"/>
              <a:cs typeface="Calibri" panose="020F0502020204030204" pitchFamily="34" charset="0"/>
            </a:rPr>
            <a:t>Mixed effects radial SVM</a:t>
          </a:r>
        </a:p>
        <a:p>
          <a:pPr marL="0" lvl="0" indent="0" algn="ctr" defTabSz="800100">
            <a:lnSpc>
              <a:spcPct val="100000"/>
            </a:lnSpc>
            <a:spcBef>
              <a:spcPct val="0"/>
            </a:spcBef>
            <a:spcAft>
              <a:spcPct val="35000"/>
            </a:spcAft>
            <a:buNone/>
          </a:pPr>
          <a:r>
            <a:rPr lang="en-US" sz="1800" b="0" i="0" kern="1200">
              <a:latin typeface="Calibri" panose="020F0502020204030204" pitchFamily="34" charset="0"/>
              <a:cs typeface="Calibri" panose="020F0502020204030204" pitchFamily="34" charset="0"/>
            </a:rPr>
            <a:t>Mixed effects random forest classification trees</a:t>
          </a:r>
        </a:p>
      </dsp:txBody>
      <dsp:txXfrm>
        <a:off x="7182343" y="2606921"/>
        <a:ext cx="3054375" cy="10249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AFEAD8-0373-9941-9950-3F3845DAC9E0}">
      <dsp:nvSpPr>
        <dsp:cNvPr id="0" name=""/>
        <dsp:cNvSpPr/>
      </dsp:nvSpPr>
      <dsp:spPr>
        <a:xfrm>
          <a:off x="0" y="334551"/>
          <a:ext cx="11033029" cy="21168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6286" tIns="437388" rIns="856286" bIns="170688" numCol="1" spcCol="1270" anchor="t" anchorCtr="0">
          <a:noAutofit/>
        </a:bodyPr>
        <a:lstStyle/>
        <a:p>
          <a:pPr marL="228600" lvl="1" indent="-228600" algn="l" defTabSz="1066800" rtl="0">
            <a:lnSpc>
              <a:spcPct val="90000"/>
            </a:lnSpc>
            <a:spcBef>
              <a:spcPct val="0"/>
            </a:spcBef>
            <a:spcAft>
              <a:spcPct val="15000"/>
            </a:spcAft>
            <a:buClr>
              <a:schemeClr val="tx1"/>
            </a:buClr>
            <a:buChar char="•"/>
          </a:pPr>
          <a:r>
            <a:rPr lang="en-US" sz="2400" b="0" i="0" kern="1200">
              <a:solidFill>
                <a:schemeClr val="accent6"/>
              </a:solidFill>
              <a:latin typeface="Calibri"/>
              <a:cs typeface="Calibri"/>
            </a:rPr>
            <a:t>p &gt;&gt;&gt; n </a:t>
          </a:r>
        </a:p>
        <a:p>
          <a:pPr marL="457200" lvl="2" indent="-228600" algn="l" defTabSz="1066800">
            <a:lnSpc>
              <a:spcPct val="90000"/>
            </a:lnSpc>
            <a:spcBef>
              <a:spcPct val="0"/>
            </a:spcBef>
            <a:spcAft>
              <a:spcPct val="15000"/>
            </a:spcAft>
            <a:buClr>
              <a:schemeClr val="tx1"/>
            </a:buClr>
            <a:buChar char="•"/>
          </a:pPr>
          <a:r>
            <a:rPr lang="en-US" sz="2400" b="0" i="0" kern="1200">
              <a:latin typeface="Calibri"/>
              <a:cs typeface="Calibri"/>
            </a:rPr>
            <a:t>Overfitting</a:t>
          </a:r>
        </a:p>
        <a:p>
          <a:pPr marL="457200" lvl="2" indent="-228600" algn="l" defTabSz="1066800">
            <a:lnSpc>
              <a:spcPct val="90000"/>
            </a:lnSpc>
            <a:spcBef>
              <a:spcPct val="0"/>
            </a:spcBef>
            <a:spcAft>
              <a:spcPct val="15000"/>
            </a:spcAft>
            <a:buClr>
              <a:schemeClr val="tx1"/>
            </a:buClr>
            <a:buChar char="•"/>
          </a:pPr>
          <a:r>
            <a:rPr lang="en-US" sz="2400" b="0" i="0" kern="1200">
              <a:latin typeface="Calibri"/>
              <a:cs typeface="Calibri"/>
            </a:rPr>
            <a:t>Curse of dimensionality</a:t>
          </a:r>
        </a:p>
        <a:p>
          <a:pPr marL="457200" lvl="2" indent="-228600" algn="l" defTabSz="1066800">
            <a:lnSpc>
              <a:spcPct val="90000"/>
            </a:lnSpc>
            <a:spcBef>
              <a:spcPct val="0"/>
            </a:spcBef>
            <a:spcAft>
              <a:spcPct val="15000"/>
            </a:spcAft>
            <a:buClr>
              <a:schemeClr val="tx1"/>
            </a:buClr>
            <a:buChar char="•"/>
          </a:pPr>
          <a:r>
            <a:rPr lang="en-US" sz="2400" b="0" i="0" kern="1200">
              <a:latin typeface="Calibri"/>
              <a:cs typeface="Calibri"/>
            </a:rPr>
            <a:t>collinearity</a:t>
          </a:r>
        </a:p>
      </dsp:txBody>
      <dsp:txXfrm>
        <a:off x="0" y="334551"/>
        <a:ext cx="11033029" cy="2116800"/>
      </dsp:txXfrm>
    </dsp:sp>
    <dsp:sp modelId="{265AA59F-CCAA-8A43-9E67-32F35382B692}">
      <dsp:nvSpPr>
        <dsp:cNvPr id="0" name=""/>
        <dsp:cNvSpPr/>
      </dsp:nvSpPr>
      <dsp:spPr>
        <a:xfrm>
          <a:off x="551651" y="24591"/>
          <a:ext cx="7723120" cy="61992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1916" tIns="0" rIns="291916" bIns="0" numCol="1" spcCol="1270" anchor="ctr" anchorCtr="0">
          <a:noAutofit/>
        </a:bodyPr>
        <a:lstStyle/>
        <a:p>
          <a:pPr marL="0" lvl="0" indent="0" algn="l" defTabSz="1066800">
            <a:lnSpc>
              <a:spcPct val="90000"/>
            </a:lnSpc>
            <a:spcBef>
              <a:spcPct val="0"/>
            </a:spcBef>
            <a:spcAft>
              <a:spcPct val="35000"/>
            </a:spcAft>
            <a:buNone/>
          </a:pPr>
          <a:r>
            <a:rPr lang="en-US" sz="2400" b="0" i="0" kern="1200">
              <a:latin typeface="Calibri"/>
              <a:cs typeface="Calibri"/>
            </a:rPr>
            <a:t>Limitations</a:t>
          </a:r>
        </a:p>
      </dsp:txBody>
      <dsp:txXfrm>
        <a:off x="581913" y="54853"/>
        <a:ext cx="7662596" cy="559396"/>
      </dsp:txXfrm>
    </dsp:sp>
    <dsp:sp modelId="{AA5C5A5E-FE17-E64C-8C02-C3825B6B3651}">
      <dsp:nvSpPr>
        <dsp:cNvPr id="0" name=""/>
        <dsp:cNvSpPr/>
      </dsp:nvSpPr>
      <dsp:spPr>
        <a:xfrm>
          <a:off x="0" y="2874711"/>
          <a:ext cx="11033029" cy="1289925"/>
        </a:xfrm>
        <a:prstGeom prst="rect">
          <a:avLst/>
        </a:prstGeom>
        <a:solidFill>
          <a:schemeClr val="lt1">
            <a:alpha val="90000"/>
            <a:hueOff val="0"/>
            <a:satOff val="0"/>
            <a:lumOff val="0"/>
            <a:alphaOff val="0"/>
          </a:schemeClr>
        </a:solidFill>
        <a:ln w="12700" cap="flat" cmpd="sng" algn="ctr">
          <a:solidFill>
            <a:schemeClr val="accent2">
              <a:hueOff val="-1446200"/>
              <a:satOff val="-9924"/>
              <a:lumOff val="509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6286" tIns="437388" rIns="856286" bIns="170688" numCol="1" spcCol="1270" anchor="t" anchorCtr="0">
          <a:noAutofit/>
        </a:bodyPr>
        <a:lstStyle/>
        <a:p>
          <a:pPr marL="228600" lvl="1" indent="-228600" algn="l" defTabSz="1066800">
            <a:lnSpc>
              <a:spcPct val="90000"/>
            </a:lnSpc>
            <a:spcBef>
              <a:spcPct val="0"/>
            </a:spcBef>
            <a:spcAft>
              <a:spcPct val="15000"/>
            </a:spcAft>
            <a:buClr>
              <a:schemeClr val="tx1"/>
            </a:buClr>
            <a:buChar char="•"/>
          </a:pPr>
          <a:r>
            <a:rPr lang="en-US" sz="2400" b="0" i="0" kern="1200">
              <a:solidFill>
                <a:schemeClr val="accent6"/>
              </a:solidFill>
              <a:latin typeface="Calibri"/>
              <a:cs typeface="Calibri"/>
            </a:rPr>
            <a:t>Still can be prone to overfitting</a:t>
          </a:r>
          <a:r>
            <a:rPr lang="en-US" sz="2400" b="0" i="0" kern="1200">
              <a:latin typeface="Calibri"/>
              <a:cs typeface="Calibri"/>
            </a:rPr>
            <a:t>, leading to poor generalization performance</a:t>
          </a:r>
        </a:p>
      </dsp:txBody>
      <dsp:txXfrm>
        <a:off x="0" y="2874711"/>
        <a:ext cx="11033029" cy="1289925"/>
      </dsp:txXfrm>
    </dsp:sp>
    <dsp:sp modelId="{D782DD30-92BC-5243-BECD-B545E0C487DB}">
      <dsp:nvSpPr>
        <dsp:cNvPr id="0" name=""/>
        <dsp:cNvSpPr/>
      </dsp:nvSpPr>
      <dsp:spPr>
        <a:xfrm>
          <a:off x="551651" y="2564752"/>
          <a:ext cx="7723120" cy="619920"/>
        </a:xfrm>
        <a:prstGeom prst="roundRect">
          <a:avLst/>
        </a:prstGeom>
        <a:solidFill>
          <a:schemeClr val="accent2">
            <a:hueOff val="-1446200"/>
            <a:satOff val="-9924"/>
            <a:lumOff val="509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1916" tIns="0" rIns="291916" bIns="0" numCol="1" spcCol="1270" anchor="ctr" anchorCtr="0">
          <a:noAutofit/>
        </a:bodyPr>
        <a:lstStyle/>
        <a:p>
          <a:pPr marL="0" lvl="0" indent="0" algn="l" defTabSz="1066800">
            <a:lnSpc>
              <a:spcPct val="90000"/>
            </a:lnSpc>
            <a:spcBef>
              <a:spcPct val="0"/>
            </a:spcBef>
            <a:spcAft>
              <a:spcPct val="35000"/>
            </a:spcAft>
            <a:buNone/>
          </a:pPr>
          <a:r>
            <a:rPr lang="en-US" sz="2400" b="0" i="0" kern="1200">
              <a:latin typeface="Calibri"/>
              <a:cs typeface="Calibri"/>
            </a:rPr>
            <a:t>Radial SVM performs well in high-dimensional space</a:t>
          </a:r>
        </a:p>
      </dsp:txBody>
      <dsp:txXfrm>
        <a:off x="581913" y="2595014"/>
        <a:ext cx="7662596" cy="55939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C2BDA4-C7FD-4F4B-89F6-002A711DF1FE}">
      <dsp:nvSpPr>
        <dsp:cNvPr id="0" name=""/>
        <dsp:cNvSpPr/>
      </dsp:nvSpPr>
      <dsp:spPr>
        <a:xfrm>
          <a:off x="976789" y="812695"/>
          <a:ext cx="1459197" cy="145919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6C7277-257C-416C-ACAF-E23262414634}">
      <dsp:nvSpPr>
        <dsp:cNvPr id="0" name=""/>
        <dsp:cNvSpPr/>
      </dsp:nvSpPr>
      <dsp:spPr>
        <a:xfrm>
          <a:off x="85057" y="2656533"/>
          <a:ext cx="324266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90000"/>
            </a:lnSpc>
            <a:spcBef>
              <a:spcPct val="0"/>
            </a:spcBef>
            <a:spcAft>
              <a:spcPct val="35000"/>
            </a:spcAft>
            <a:buNone/>
          </a:pPr>
          <a:r>
            <a:rPr lang="en-US" sz="2800" b="0" i="0" kern="1200">
              <a:latin typeface="Calibri" panose="020F0502020204030204" pitchFamily="34" charset="0"/>
              <a:cs typeface="Calibri" panose="020F0502020204030204" pitchFamily="34" charset="0"/>
            </a:rPr>
            <a:t>Improve telemedicine</a:t>
          </a:r>
        </a:p>
      </dsp:txBody>
      <dsp:txXfrm>
        <a:off x="85057" y="2656533"/>
        <a:ext cx="3242660" cy="720000"/>
      </dsp:txXfrm>
    </dsp:sp>
    <dsp:sp modelId="{BDE7AAE5-79BF-4502-9FD6-B82DCC17B4A9}">
      <dsp:nvSpPr>
        <dsp:cNvPr id="0" name=""/>
        <dsp:cNvSpPr/>
      </dsp:nvSpPr>
      <dsp:spPr>
        <a:xfrm>
          <a:off x="4786915" y="812695"/>
          <a:ext cx="1459197" cy="145919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0B86FE2-7060-4CEA-AF35-3480B8D87CB2}">
      <dsp:nvSpPr>
        <dsp:cNvPr id="0" name=""/>
        <dsp:cNvSpPr/>
      </dsp:nvSpPr>
      <dsp:spPr>
        <a:xfrm>
          <a:off x="3895184" y="2656533"/>
          <a:ext cx="324266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90000"/>
            </a:lnSpc>
            <a:spcBef>
              <a:spcPct val="0"/>
            </a:spcBef>
            <a:spcAft>
              <a:spcPct val="35000"/>
            </a:spcAft>
            <a:buNone/>
          </a:pPr>
          <a:r>
            <a:rPr lang="en-US" sz="2800" b="0" i="0" kern="1200">
              <a:latin typeface="Calibri" panose="020F0502020204030204" pitchFamily="34" charset="0"/>
              <a:cs typeface="Calibri" panose="020F0502020204030204" pitchFamily="34" charset="0"/>
            </a:rPr>
            <a:t>Improve technology</a:t>
          </a:r>
        </a:p>
      </dsp:txBody>
      <dsp:txXfrm>
        <a:off x="3895184" y="2656533"/>
        <a:ext cx="3242660" cy="720000"/>
      </dsp:txXfrm>
    </dsp:sp>
    <dsp:sp modelId="{75AC4F73-982A-48B8-A275-CE99755FC4A7}">
      <dsp:nvSpPr>
        <dsp:cNvPr id="0" name=""/>
        <dsp:cNvSpPr/>
      </dsp:nvSpPr>
      <dsp:spPr>
        <a:xfrm>
          <a:off x="8597042" y="812695"/>
          <a:ext cx="1459197" cy="145919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B55DC1A-BA9F-4599-A3DB-7BE18A6F798E}">
      <dsp:nvSpPr>
        <dsp:cNvPr id="0" name=""/>
        <dsp:cNvSpPr/>
      </dsp:nvSpPr>
      <dsp:spPr>
        <a:xfrm>
          <a:off x="7705310" y="2656533"/>
          <a:ext cx="324266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90000"/>
            </a:lnSpc>
            <a:spcBef>
              <a:spcPct val="0"/>
            </a:spcBef>
            <a:spcAft>
              <a:spcPct val="35000"/>
            </a:spcAft>
            <a:buNone/>
          </a:pPr>
          <a:r>
            <a:rPr lang="en-US" sz="2800" b="0" i="0" kern="1200">
              <a:latin typeface="Calibri" panose="020F0502020204030204" pitchFamily="34" charset="0"/>
              <a:cs typeface="Calibri" panose="020F0502020204030204" pitchFamily="34" charset="0"/>
            </a:rPr>
            <a:t>Future studies</a:t>
          </a:r>
        </a:p>
      </dsp:txBody>
      <dsp:txXfrm>
        <a:off x="7705310" y="2656533"/>
        <a:ext cx="3242660" cy="720000"/>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5CBC5B-4496-CD4C-9CF4-F015585B56C9}" type="datetimeFigureOut">
              <a:rPr lang="en-US" smtClean="0"/>
              <a:t>4/17/2023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565003-83BE-E844-8AE6-BF44107F602C}" type="slidenum">
              <a:rPr lang="en-US" smtClean="0"/>
              <a:t>‹#›</a:t>
            </a:fld>
            <a:endParaRPr lang="en-US"/>
          </a:p>
        </p:txBody>
      </p:sp>
    </p:spTree>
    <p:extLst>
      <p:ext uri="{BB962C8B-B14F-4D97-AF65-F5344CB8AC3E}">
        <p14:creationId xmlns:p14="http://schemas.microsoft.com/office/powerpoint/2010/main" val="42454906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Starting with a little bit of background…</a:t>
            </a:r>
          </a:p>
          <a:p>
            <a:endParaRPr lang="en-US"/>
          </a:p>
          <a:p>
            <a:r>
              <a:rPr lang="en-US"/>
              <a:t>Parkinson’s disease is the second most common neurological disease in the US, affecting an estimated 1% of the population aged 60 years and older. </a:t>
            </a:r>
          </a:p>
          <a:p>
            <a:endParaRPr lang="en-US"/>
          </a:p>
          <a:p>
            <a:r>
              <a:rPr lang="en-US" b="0" i="0">
                <a:solidFill>
                  <a:srgbClr val="000000"/>
                </a:solidFill>
                <a:effectLst/>
                <a:latin typeface="Calibri" panose="020F0502020204030204" pitchFamily="34" charset="0"/>
              </a:rPr>
              <a:t>While the risk of PD increases with age, it can also occur in adults before the age of 50 years, accounting for approximately 5-10% of PD cases</a:t>
            </a:r>
          </a:p>
          <a:p>
            <a:endParaRPr lang="en-US" b="0" i="0">
              <a:solidFill>
                <a:srgbClr val="000000"/>
              </a:solidFill>
              <a:effectLst/>
              <a:latin typeface="Calibri" panose="020F0502020204030204" pitchFamily="34" charset="0"/>
            </a:endParaRPr>
          </a:p>
          <a:p>
            <a:r>
              <a:rPr lang="en-US" b="0" i="0">
                <a:solidFill>
                  <a:srgbClr val="000000"/>
                </a:solidFill>
                <a:effectLst/>
                <a:latin typeface="Calibri" panose="020F0502020204030204" pitchFamily="34" charset="0"/>
              </a:rPr>
              <a:t>In addition to motor skill deterioration, up to 90% of patients with PD present with voice changes, such as soft, monotone, or slurred speech, and 47% have moderate to severe voice changes.</a:t>
            </a:r>
          </a:p>
          <a:p>
            <a:endParaRPr lang="en-US" b="0" i="0">
              <a:solidFill>
                <a:srgbClr val="000000"/>
              </a:solidFill>
              <a:effectLst/>
              <a:latin typeface="Calibri" panose="020F0502020204030204" pitchFamily="34" charset="0"/>
            </a:endParaRPr>
          </a:p>
          <a:p>
            <a:r>
              <a:rPr lang="en-US" sz="1800" b="0" i="0">
                <a:solidFill>
                  <a:srgbClr val="000000"/>
                </a:solidFill>
                <a:effectLst/>
                <a:latin typeface="Calibri" panose="020F0502020204030204" pitchFamily="34" charset="0"/>
              </a:rPr>
              <a:t>Studies have shown that voice algorithms can detect PD before the appearance of motor symptoms, to which early treatment interventions can be applied.​</a:t>
            </a:r>
            <a:r>
              <a:rPr lang="en-US" sz="1800" b="0" i="0" baseline="30000">
                <a:solidFill>
                  <a:srgbClr val="000000"/>
                </a:solidFill>
                <a:effectLst/>
                <a:latin typeface="Calibri" panose="020F0502020204030204" pitchFamily="34" charset="0"/>
              </a:rPr>
              <a:t>2</a:t>
            </a:r>
            <a:r>
              <a:rPr lang="en-US" sz="1800" b="0" i="0">
                <a:solidFill>
                  <a:srgbClr val="000000"/>
                </a:solidFill>
                <a:effectLst/>
                <a:latin typeface="Calibri" panose="020F0502020204030204" pitchFamily="34" charset="0"/>
              </a:rPr>
              <a:t>​ </a:t>
            </a:r>
          </a:p>
          <a:p>
            <a:endParaRPr lang="en-US" sz="1800" b="0" i="0">
              <a:solidFill>
                <a:srgbClr val="000000"/>
              </a:solidFill>
              <a:effectLst/>
              <a:latin typeface="Calibri" panose="020F0502020204030204" pitchFamily="34" charset="0"/>
            </a:endParaRPr>
          </a:p>
          <a:p>
            <a:r>
              <a:rPr lang="en-US" sz="1800" b="0" i="0">
                <a:solidFill>
                  <a:srgbClr val="000000"/>
                </a:solidFill>
                <a:effectLst/>
                <a:latin typeface="Calibri" panose="020F0502020204030204" pitchFamily="34" charset="0"/>
              </a:rPr>
              <a:t>However, the prediction of PD is highly dependent on the features selected and the machine-learning method used in the detection algorithm.</a:t>
            </a:r>
            <a:endParaRPr lang="en-US"/>
          </a:p>
        </p:txBody>
      </p:sp>
      <p:sp>
        <p:nvSpPr>
          <p:cNvPr id="4" name="Slide Number Placeholder 3"/>
          <p:cNvSpPr>
            <a:spLocks noGrp="1"/>
          </p:cNvSpPr>
          <p:nvPr>
            <p:ph type="sldNum" sz="quarter" idx="5"/>
          </p:nvPr>
        </p:nvSpPr>
        <p:spPr/>
        <p:txBody>
          <a:bodyPr/>
          <a:lstStyle/>
          <a:p>
            <a:fld id="{21565003-83BE-E844-8AE6-BF44107F602C}" type="slidenum">
              <a:rPr lang="en-US" smtClean="0"/>
              <a:t>2</a:t>
            </a:fld>
            <a:endParaRPr lang="en-US"/>
          </a:p>
        </p:txBody>
      </p:sp>
    </p:spTree>
    <p:extLst>
      <p:ext uri="{BB962C8B-B14F-4D97-AF65-F5344CB8AC3E}">
        <p14:creationId xmlns:p14="http://schemas.microsoft.com/office/powerpoint/2010/main" val="6343872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a:solidFill>
                  <a:srgbClr val="000000"/>
                </a:solidFill>
                <a:effectLst/>
                <a:latin typeface="Calibri" panose="020F0502020204030204" pitchFamily="34" charset="0"/>
              </a:rPr>
              <a:t>Therefore, this study explored various machine learning techniques to accurately classify and predict patients with PD and healthy individuals using voice recordings of patients.  </a:t>
            </a:r>
            <a:endParaRPr lang="en-US"/>
          </a:p>
        </p:txBody>
      </p:sp>
      <p:sp>
        <p:nvSpPr>
          <p:cNvPr id="4" name="Slide Number Placeholder 3"/>
          <p:cNvSpPr>
            <a:spLocks noGrp="1"/>
          </p:cNvSpPr>
          <p:nvPr>
            <p:ph type="sldNum" sz="quarter" idx="5"/>
          </p:nvPr>
        </p:nvSpPr>
        <p:spPr/>
        <p:txBody>
          <a:bodyPr/>
          <a:lstStyle/>
          <a:p>
            <a:fld id="{21565003-83BE-E844-8AE6-BF44107F602C}" type="slidenum">
              <a:rPr lang="en-US" smtClean="0"/>
              <a:t>3</a:t>
            </a:fld>
            <a:endParaRPr lang="en-US"/>
          </a:p>
        </p:txBody>
      </p:sp>
    </p:spTree>
    <p:extLst>
      <p:ext uri="{BB962C8B-B14F-4D97-AF65-F5344CB8AC3E}">
        <p14:creationId xmlns:p14="http://schemas.microsoft.com/office/powerpoint/2010/main" val="12374944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a:solidFill>
                  <a:srgbClr val="000000"/>
                </a:solidFill>
                <a:effectLst/>
                <a:latin typeface="Calibri" panose="020F0502020204030204" pitchFamily="34" charset="0"/>
              </a:rPr>
              <a:t>Now moving on to the methods.</a:t>
            </a:r>
          </a:p>
          <a:p>
            <a:endParaRPr lang="en-US" sz="1800" b="0" i="0">
              <a:solidFill>
                <a:srgbClr val="000000"/>
              </a:solidFill>
              <a:effectLst/>
              <a:latin typeface="Calibri" panose="020F0502020204030204" pitchFamily="34" charset="0"/>
            </a:endParaRPr>
          </a:p>
          <a:p>
            <a:r>
              <a:rPr lang="en-US" sz="1800" b="0" i="0">
                <a:solidFill>
                  <a:srgbClr val="000000"/>
                </a:solidFill>
                <a:effectLst/>
                <a:latin typeface="Calibri" panose="020F0502020204030204" pitchFamily="34" charset="0"/>
              </a:rPr>
              <a:t>This secondary analysis used machine learning algorithms to classify and predict PD.</a:t>
            </a:r>
            <a:r>
              <a:rPr lang="en-US" sz="1800" b="1" i="0">
                <a:solidFill>
                  <a:srgbClr val="000000"/>
                </a:solidFill>
                <a:effectLst/>
                <a:latin typeface="Calibri" panose="020F0502020204030204" pitchFamily="34" charset="0"/>
              </a:rPr>
              <a:t> </a:t>
            </a:r>
            <a:r>
              <a:rPr lang="en-US" sz="1800" b="0" i="0">
                <a:solidFill>
                  <a:srgbClr val="000000"/>
                </a:solidFill>
                <a:effectLst/>
                <a:latin typeface="Calibri" panose="020F0502020204030204" pitchFamily="34" charset="0"/>
              </a:rPr>
              <a:t>A total of three voice recordings were collected from 252 patients consisting of patients with PD and healthy individuals. </a:t>
            </a:r>
          </a:p>
          <a:p>
            <a:endParaRPr lang="en-US" sz="1800" b="0" i="0">
              <a:solidFill>
                <a:srgbClr val="000000"/>
              </a:solidFill>
              <a:effectLst/>
              <a:latin typeface="Calibri" panose="020F0502020204030204" pitchFamily="34" charset="0"/>
            </a:endParaRPr>
          </a:p>
          <a:p>
            <a:r>
              <a:rPr lang="en-US" sz="1800" b="0" i="0">
                <a:solidFill>
                  <a:srgbClr val="000000"/>
                </a:solidFill>
                <a:effectLst/>
                <a:latin typeface="Calibri" panose="020F0502020204030204" pitchFamily="34" charset="0"/>
              </a:rPr>
              <a:t>These data were separated into training and testing sets. </a:t>
            </a:r>
            <a:endParaRPr lang="en-US"/>
          </a:p>
        </p:txBody>
      </p:sp>
      <p:sp>
        <p:nvSpPr>
          <p:cNvPr id="4" name="Slide Number Placeholder 3"/>
          <p:cNvSpPr>
            <a:spLocks noGrp="1"/>
          </p:cNvSpPr>
          <p:nvPr>
            <p:ph type="sldNum" sz="quarter" idx="5"/>
          </p:nvPr>
        </p:nvSpPr>
        <p:spPr/>
        <p:txBody>
          <a:bodyPr/>
          <a:lstStyle/>
          <a:p>
            <a:fld id="{21565003-83BE-E844-8AE6-BF44107F602C}" type="slidenum">
              <a:rPr lang="en-US" smtClean="0"/>
              <a:t>4</a:t>
            </a:fld>
            <a:endParaRPr lang="en-US"/>
          </a:p>
        </p:txBody>
      </p:sp>
    </p:spTree>
    <p:extLst>
      <p:ext uri="{BB962C8B-B14F-4D97-AF65-F5344CB8AC3E}">
        <p14:creationId xmlns:p14="http://schemas.microsoft.com/office/powerpoint/2010/main" val="36243774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a:solidFill>
                  <a:srgbClr val="000000"/>
                </a:solidFill>
                <a:effectLst/>
                <a:latin typeface="WordVisi_MSFontService"/>
              </a:rPr>
              <a:t>The primary outcome, detection of PD, was measured as a binary variable and defined as either a patient with PD or a healthy individual</a:t>
            </a:r>
          </a:p>
          <a:p>
            <a:endParaRPr lang="en-US"/>
          </a:p>
        </p:txBody>
      </p:sp>
      <p:sp>
        <p:nvSpPr>
          <p:cNvPr id="4" name="Slide Number Placeholder 3"/>
          <p:cNvSpPr>
            <a:spLocks noGrp="1"/>
          </p:cNvSpPr>
          <p:nvPr>
            <p:ph type="sldNum" sz="quarter" idx="5"/>
          </p:nvPr>
        </p:nvSpPr>
        <p:spPr/>
        <p:txBody>
          <a:bodyPr/>
          <a:lstStyle/>
          <a:p>
            <a:fld id="{21565003-83BE-E844-8AE6-BF44107F602C}" type="slidenum">
              <a:rPr lang="en-US" smtClean="0"/>
              <a:t>5</a:t>
            </a:fld>
            <a:endParaRPr lang="en-US"/>
          </a:p>
        </p:txBody>
      </p:sp>
    </p:spTree>
    <p:extLst>
      <p:ext uri="{BB962C8B-B14F-4D97-AF65-F5344CB8AC3E}">
        <p14:creationId xmlns:p14="http://schemas.microsoft.com/office/powerpoint/2010/main" val="23713466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0">
              <a:solidFill>
                <a:srgbClr val="000000"/>
              </a:solidFill>
              <a:effectLst/>
              <a:latin typeface="WordVisi_MSFontService"/>
            </a:endParaRPr>
          </a:p>
          <a:p>
            <a:r>
              <a:rPr lang="en-US" sz="1800" b="0" i="0">
                <a:solidFill>
                  <a:srgbClr val="000000"/>
                </a:solidFill>
                <a:effectLst/>
                <a:latin typeface="Calibri" panose="020F0502020204030204" pitchFamily="34" charset="0"/>
              </a:rPr>
              <a:t>A total of 753 predictor variables, excluding participant ID and gender, herein referred to as features, were extracted and subset into feature sets including</a:t>
            </a:r>
          </a:p>
          <a:p>
            <a:r>
              <a:rPr lang="en-US" sz="1800" b="0" i="0">
                <a:solidFill>
                  <a:srgbClr val="000000"/>
                </a:solidFill>
                <a:effectLst/>
                <a:latin typeface="Calibri" panose="020F0502020204030204" pitchFamily="34" charset="0"/>
              </a:rPr>
              <a:t>baseline features</a:t>
            </a:r>
          </a:p>
          <a:p>
            <a:r>
              <a:rPr lang="en-US" sz="1800" b="0" i="0">
                <a:solidFill>
                  <a:srgbClr val="000000"/>
                </a:solidFill>
                <a:effectLst/>
                <a:latin typeface="Calibri" panose="020F0502020204030204" pitchFamily="34" charset="0"/>
              </a:rPr>
              <a:t>time frequency features</a:t>
            </a:r>
          </a:p>
          <a:p>
            <a:r>
              <a:rPr lang="en-US" sz="1800" b="0" i="0">
                <a:solidFill>
                  <a:srgbClr val="000000"/>
                </a:solidFill>
                <a:effectLst/>
                <a:latin typeface="Calibri" panose="020F0502020204030204" pitchFamily="34" charset="0"/>
              </a:rPr>
              <a:t>Mel Frequency Cepstral Coefficients</a:t>
            </a:r>
          </a:p>
          <a:p>
            <a:r>
              <a:rPr lang="en-US" sz="1800" b="0" i="0">
                <a:solidFill>
                  <a:srgbClr val="000000"/>
                </a:solidFill>
                <a:effectLst/>
                <a:latin typeface="Calibri" panose="020F0502020204030204" pitchFamily="34" charset="0"/>
              </a:rPr>
              <a:t>wavelet transform-based features</a:t>
            </a:r>
          </a:p>
          <a:p>
            <a:r>
              <a:rPr lang="en-US" sz="1800" b="0" i="0">
                <a:solidFill>
                  <a:srgbClr val="000000"/>
                </a:solidFill>
                <a:effectLst/>
                <a:latin typeface="Calibri" panose="020F0502020204030204" pitchFamily="34" charset="0"/>
              </a:rPr>
              <a:t>vocal fold features and </a:t>
            </a:r>
          </a:p>
          <a:p>
            <a:r>
              <a:rPr lang="en-US" sz="1800" b="0" i="0">
                <a:solidFill>
                  <a:srgbClr val="000000"/>
                </a:solidFill>
                <a:effectLst/>
                <a:latin typeface="Calibri" panose="020F0502020204030204" pitchFamily="34" charset="0"/>
              </a:rPr>
              <a:t>tunable Q-factor wavelet transform-based features</a:t>
            </a:r>
            <a:endParaRPr lang="en-US"/>
          </a:p>
        </p:txBody>
      </p:sp>
      <p:sp>
        <p:nvSpPr>
          <p:cNvPr id="4" name="Slide Number Placeholder 3"/>
          <p:cNvSpPr>
            <a:spLocks noGrp="1"/>
          </p:cNvSpPr>
          <p:nvPr>
            <p:ph type="sldNum" sz="quarter" idx="5"/>
          </p:nvPr>
        </p:nvSpPr>
        <p:spPr/>
        <p:txBody>
          <a:bodyPr/>
          <a:lstStyle/>
          <a:p>
            <a:fld id="{21565003-83BE-E844-8AE6-BF44107F602C}" type="slidenum">
              <a:rPr lang="en-US" smtClean="0"/>
              <a:t>6</a:t>
            </a:fld>
            <a:endParaRPr lang="en-US"/>
          </a:p>
        </p:txBody>
      </p:sp>
    </p:spTree>
    <p:extLst>
      <p:ext uri="{BB962C8B-B14F-4D97-AF65-F5344CB8AC3E}">
        <p14:creationId xmlns:p14="http://schemas.microsoft.com/office/powerpoint/2010/main" val="32444303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000000"/>
                </a:solidFill>
                <a:effectLst/>
                <a:latin typeface="WordVisi_MSFontService"/>
              </a:rPr>
              <a:t>To classify patients with PD and healthy individuals, we employed leave-one-out 10-fold cross-validation, which randomly divided the training data into 10 groups, trained the model with nine and used the remaining group for predictions.</a:t>
            </a:r>
          </a:p>
          <a:p>
            <a:endParaRPr lang="en-US" b="0" i="0">
              <a:solidFill>
                <a:srgbClr val="000000"/>
              </a:solidFill>
              <a:effectLst/>
              <a:latin typeface="WordVisi_MSFontService"/>
            </a:endParaRPr>
          </a:p>
          <a:p>
            <a:r>
              <a:rPr lang="en-US" b="0" i="0">
                <a:solidFill>
                  <a:srgbClr val="000000"/>
                </a:solidFill>
                <a:effectLst/>
                <a:latin typeface="WordVisi_MSFontService"/>
              </a:rPr>
              <a:t>Model building and training were streamlined using the caret package to select the best-performing tuning parameters for each machine-learning algorithm</a:t>
            </a:r>
          </a:p>
          <a:p>
            <a:endParaRPr lang="en-US" b="0" i="0">
              <a:solidFill>
                <a:srgbClr val="000000"/>
              </a:solidFill>
              <a:effectLst/>
              <a:latin typeface="WordVisi_MSFontService"/>
            </a:endParaRPr>
          </a:p>
          <a:p>
            <a:r>
              <a:rPr lang="en-US"/>
              <a:t>The models with the best fit for each algorithm were evaluated by plotting the Receiver Operating Characteristic and precision-recall area under the curve, indicated as ROC-AUC and PR AUC, respectively. </a:t>
            </a:r>
          </a:p>
          <a:p>
            <a:endParaRPr lang="en-US"/>
          </a:p>
          <a:p>
            <a:r>
              <a:rPr lang="en-US"/>
              <a:t>We also calculated the accuracy, Cohen’s kappa, sensitivity, and specificity. </a:t>
            </a:r>
          </a:p>
          <a:p>
            <a:endParaRPr lang="en-US"/>
          </a:p>
          <a:p>
            <a:r>
              <a:rPr lang="en-US"/>
              <a:t>Finally, we used the model with the best training accuracy and ROC-AUC to predict the PD class of patients in the test set. </a:t>
            </a:r>
          </a:p>
        </p:txBody>
      </p:sp>
      <p:sp>
        <p:nvSpPr>
          <p:cNvPr id="4" name="Slide Number Placeholder 3"/>
          <p:cNvSpPr>
            <a:spLocks noGrp="1"/>
          </p:cNvSpPr>
          <p:nvPr>
            <p:ph type="sldNum" sz="quarter" idx="5"/>
          </p:nvPr>
        </p:nvSpPr>
        <p:spPr/>
        <p:txBody>
          <a:bodyPr/>
          <a:lstStyle/>
          <a:p>
            <a:fld id="{21565003-83BE-E844-8AE6-BF44107F602C}" type="slidenum">
              <a:rPr lang="en-US" smtClean="0"/>
              <a:t>7</a:t>
            </a:fld>
            <a:endParaRPr lang="en-US"/>
          </a:p>
        </p:txBody>
      </p:sp>
    </p:spTree>
    <p:extLst>
      <p:ext uri="{BB962C8B-B14F-4D97-AF65-F5344CB8AC3E}">
        <p14:creationId xmlns:p14="http://schemas.microsoft.com/office/powerpoint/2010/main" val="22180408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Several parametric and nonparametric machine-learning algorithms were applied to classify the primary outcome. </a:t>
            </a:r>
          </a:p>
          <a:p>
            <a:endParaRPr lang="en-US"/>
          </a:p>
          <a:p>
            <a:r>
              <a:rPr lang="en-US"/>
              <a:t>The parametric methods applied for classifying patients with PD and healthy individuals were multiple logistic regression, Quadratic Discriminant Analysis (QDA), Lasso regression, and Naïve Bayes. </a:t>
            </a:r>
          </a:p>
          <a:p>
            <a:endParaRPr lang="en-US"/>
          </a:p>
          <a:p>
            <a:r>
              <a:rPr lang="en-US"/>
              <a:t>Because the data were high-dimensional and the number of predictors was greater than the number of observations, forward selection was utilized as a feature selection method to fit the QDA, as backward selection is not recommended under these circumstances. </a:t>
            </a:r>
          </a:p>
          <a:p>
            <a:endParaRPr lang="en-US"/>
          </a:p>
          <a:p>
            <a:r>
              <a:rPr lang="en-US"/>
              <a:t>For non-parametric classification methods in predicting PD, we fit the radial Kernel vector classifier (SVM), classification trees, and K-nearest neighbor (KNN).  </a:t>
            </a:r>
          </a:p>
          <a:p>
            <a:endParaRPr lang="en-US"/>
          </a:p>
          <a:p>
            <a:endParaRPr lang="en-US"/>
          </a:p>
        </p:txBody>
      </p:sp>
      <p:sp>
        <p:nvSpPr>
          <p:cNvPr id="4" name="Slide Number Placeholder 3"/>
          <p:cNvSpPr>
            <a:spLocks noGrp="1"/>
          </p:cNvSpPr>
          <p:nvPr>
            <p:ph type="sldNum" sz="quarter" idx="5"/>
          </p:nvPr>
        </p:nvSpPr>
        <p:spPr/>
        <p:txBody>
          <a:bodyPr/>
          <a:lstStyle/>
          <a:p>
            <a:fld id="{21565003-83BE-E844-8AE6-BF44107F602C}" type="slidenum">
              <a:rPr lang="en-US" smtClean="0"/>
              <a:t>8</a:t>
            </a:fld>
            <a:endParaRPr lang="en-US"/>
          </a:p>
        </p:txBody>
      </p:sp>
    </p:spTree>
    <p:extLst>
      <p:ext uri="{BB962C8B-B14F-4D97-AF65-F5344CB8AC3E}">
        <p14:creationId xmlns:p14="http://schemas.microsoft.com/office/powerpoint/2010/main" val="34699664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Finally, additional statistical methodologies were implemented to determine whether the performance could be improved. </a:t>
            </a:r>
          </a:p>
          <a:p>
            <a:endParaRPr lang="en-US"/>
          </a:p>
          <a:p>
            <a:r>
              <a:rPr lang="en-US"/>
              <a:t>These methods included neural networks, feature selection to reduce the dimensional space, and accounting for repeated measures as not considering </a:t>
            </a:r>
            <a:r>
              <a:rPr lang="en-US" b="0" i="0">
                <a:solidFill>
                  <a:srgbClr val="000000"/>
                </a:solidFill>
                <a:effectLst/>
                <a:latin typeface="WordVisi_MSFontService"/>
              </a:rPr>
              <a:t>between-subject and within-subject variability can result in a biased model</a:t>
            </a:r>
            <a:r>
              <a:rPr lang="en-US"/>
              <a:t>. </a:t>
            </a:r>
          </a:p>
        </p:txBody>
      </p:sp>
      <p:sp>
        <p:nvSpPr>
          <p:cNvPr id="4" name="Slide Number Placeholder 3"/>
          <p:cNvSpPr>
            <a:spLocks noGrp="1"/>
          </p:cNvSpPr>
          <p:nvPr>
            <p:ph type="sldNum" sz="quarter" idx="5"/>
          </p:nvPr>
        </p:nvSpPr>
        <p:spPr/>
        <p:txBody>
          <a:bodyPr/>
          <a:lstStyle/>
          <a:p>
            <a:fld id="{21565003-83BE-E844-8AE6-BF44107F602C}" type="slidenum">
              <a:rPr lang="en-US" smtClean="0"/>
              <a:t>9</a:t>
            </a:fld>
            <a:endParaRPr lang="en-US"/>
          </a:p>
        </p:txBody>
      </p:sp>
    </p:spTree>
    <p:extLst>
      <p:ext uri="{BB962C8B-B14F-4D97-AF65-F5344CB8AC3E}">
        <p14:creationId xmlns:p14="http://schemas.microsoft.com/office/powerpoint/2010/main" val="37833654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a:solidFill>
                  <a:srgbClr val="000000"/>
                </a:solidFill>
                <a:effectLst/>
                <a:latin typeface="Calibri" panose="020F0502020204030204" pitchFamily="34" charset="0"/>
              </a:rPr>
              <a:t>Now its time for the results. First looking at the training accuracy</a:t>
            </a:r>
          </a:p>
          <a:p>
            <a:endParaRPr lang="en-US" sz="1800" b="0" i="0">
              <a:solidFill>
                <a:srgbClr val="000000"/>
              </a:solidFill>
              <a:effectLst/>
              <a:latin typeface="Calibri" panose="020F0502020204030204" pitchFamily="34" charset="0"/>
            </a:endParaRPr>
          </a:p>
          <a:p>
            <a:r>
              <a:rPr lang="en-US" sz="1800" b="0" i="0">
                <a:solidFill>
                  <a:srgbClr val="000000"/>
                </a:solidFill>
                <a:effectLst/>
                <a:latin typeface="Calibri" panose="020F0502020204030204" pitchFamily="34" charset="0"/>
              </a:rPr>
              <a:t>For the parametric methods, the multiple logistic regression yielded the lowest training accuracy, whereas the Lasso regression yielded the highest training accuracy.</a:t>
            </a:r>
          </a:p>
          <a:p>
            <a:endParaRPr lang="en-US" sz="1800" b="0" i="0">
              <a:solidFill>
                <a:srgbClr val="000000"/>
              </a:solidFill>
              <a:effectLst/>
              <a:latin typeface="Calibri" panose="020F0502020204030204" pitchFamily="34" charset="0"/>
            </a:endParaRPr>
          </a:p>
          <a:p>
            <a:r>
              <a:rPr lang="en-US" b="0" i="0">
                <a:solidFill>
                  <a:srgbClr val="000000"/>
                </a:solidFill>
                <a:effectLst/>
                <a:latin typeface="Calibri" panose="020F0502020204030204" pitchFamily="34" charset="0"/>
              </a:rPr>
              <a:t>For non-parametric methods, the classification tree and the KNN with five nearest neighbors had similar training performance. </a:t>
            </a:r>
            <a:r>
              <a:rPr lang="en-US" b="0" i="0">
                <a:solidFill>
                  <a:srgbClr val="000000"/>
                </a:solidFill>
                <a:effectLst/>
                <a:latin typeface="WordVisi_MSFontService"/>
              </a:rPr>
              <a:t>However, the radial SVM with a cost of 4096 outperformed both non-parametric methods.</a:t>
            </a:r>
          </a:p>
          <a:p>
            <a:endParaRPr lang="en-US" b="0" i="0">
              <a:solidFill>
                <a:srgbClr val="000000"/>
              </a:solidFill>
              <a:effectLst/>
              <a:latin typeface="WordVisi_MSFontService"/>
            </a:endParaRPr>
          </a:p>
          <a:p>
            <a:r>
              <a:rPr lang="en-US" b="0" i="0">
                <a:solidFill>
                  <a:srgbClr val="000000"/>
                </a:solidFill>
                <a:effectLst/>
                <a:latin typeface="WordVisi_MSFontService"/>
              </a:rPr>
              <a:t>In fact, the radial SVM had the highest training accuracy among all classification methods applied.</a:t>
            </a:r>
          </a:p>
          <a:p>
            <a:endParaRPr lang="en-US" b="0" i="0">
              <a:solidFill>
                <a:srgbClr val="000000"/>
              </a:solidFill>
              <a:effectLst/>
              <a:latin typeface="WordVisi_MSFontService"/>
            </a:endParaRPr>
          </a:p>
          <a:p>
            <a:endParaRPr lang="en-US"/>
          </a:p>
        </p:txBody>
      </p:sp>
      <p:sp>
        <p:nvSpPr>
          <p:cNvPr id="4" name="Slide Number Placeholder 3"/>
          <p:cNvSpPr>
            <a:spLocks noGrp="1"/>
          </p:cNvSpPr>
          <p:nvPr>
            <p:ph type="sldNum" sz="quarter" idx="5"/>
          </p:nvPr>
        </p:nvSpPr>
        <p:spPr/>
        <p:txBody>
          <a:bodyPr/>
          <a:lstStyle/>
          <a:p>
            <a:fld id="{21565003-83BE-E844-8AE6-BF44107F602C}" type="slidenum">
              <a:rPr lang="en-US" smtClean="0"/>
              <a:t>10</a:t>
            </a:fld>
            <a:endParaRPr lang="en-US"/>
          </a:p>
        </p:txBody>
      </p:sp>
    </p:spTree>
    <p:extLst>
      <p:ext uri="{BB962C8B-B14F-4D97-AF65-F5344CB8AC3E}">
        <p14:creationId xmlns:p14="http://schemas.microsoft.com/office/powerpoint/2010/main" val="26606434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Now moving on to the training ROC-AUC evaluation.</a:t>
            </a:r>
          </a:p>
          <a:p>
            <a:endParaRPr lang="en-US"/>
          </a:p>
          <a:p>
            <a:r>
              <a:rPr lang="en-US"/>
              <a:t>For the parametric methods, multiple logistic regression had the lowest evaluation, resulted from a poor ROC-AUC performance. </a:t>
            </a:r>
          </a:p>
          <a:p>
            <a:endParaRPr lang="en-US"/>
          </a:p>
          <a:p>
            <a:r>
              <a:rPr lang="en-US"/>
              <a:t>QDA and Lasso regression performed similarly; however, Lasso had a slightly higher training performance. </a:t>
            </a:r>
          </a:p>
          <a:p>
            <a:endParaRPr lang="en-US"/>
          </a:p>
          <a:p>
            <a:r>
              <a:rPr lang="en-US"/>
              <a:t>For non-parametric classification methods, the classification tree performed the worst exhibited the poorest training performance whereas the radial SVM had the best training performance. </a:t>
            </a:r>
          </a:p>
        </p:txBody>
      </p:sp>
      <p:sp>
        <p:nvSpPr>
          <p:cNvPr id="4" name="Slide Number Placeholder 3"/>
          <p:cNvSpPr>
            <a:spLocks noGrp="1"/>
          </p:cNvSpPr>
          <p:nvPr>
            <p:ph type="sldNum" sz="quarter" idx="5"/>
          </p:nvPr>
        </p:nvSpPr>
        <p:spPr/>
        <p:txBody>
          <a:bodyPr/>
          <a:lstStyle/>
          <a:p>
            <a:fld id="{21565003-83BE-E844-8AE6-BF44107F602C}" type="slidenum">
              <a:rPr lang="en-US" smtClean="0"/>
              <a:t>11</a:t>
            </a:fld>
            <a:endParaRPr lang="en-US"/>
          </a:p>
        </p:txBody>
      </p:sp>
    </p:spTree>
    <p:extLst>
      <p:ext uri="{BB962C8B-B14F-4D97-AF65-F5344CB8AC3E}">
        <p14:creationId xmlns:p14="http://schemas.microsoft.com/office/powerpoint/2010/main" val="34037302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After feature selection with Boruta, 154 features were considered most important in the classification of PD. </a:t>
            </a:r>
          </a:p>
          <a:p>
            <a:endParaRPr lang="en-US"/>
          </a:p>
          <a:p>
            <a:r>
              <a:rPr lang="en-US"/>
              <a:t>Similar to the models that considered all features in the data, the multiple logistic regression had the poorest performance with a training accuracy and the radial SVM had the best training performance with a training accuracy. </a:t>
            </a:r>
          </a:p>
          <a:p>
            <a:endParaRPr lang="en-US"/>
          </a:p>
          <a:p>
            <a:r>
              <a:rPr lang="en-US"/>
              <a:t>When repeated measures were considered, the mixed-effect random forest had a higher training than the mixed-effect radial SVM.</a:t>
            </a:r>
          </a:p>
          <a:p>
            <a:endParaRPr lang="en-US"/>
          </a:p>
          <a:p>
            <a:r>
              <a:rPr lang="en-US"/>
              <a:t>However, random forests tend to overfit data, and the training accuracy is evidence of this. </a:t>
            </a:r>
          </a:p>
        </p:txBody>
      </p:sp>
      <p:sp>
        <p:nvSpPr>
          <p:cNvPr id="4" name="Slide Number Placeholder 3"/>
          <p:cNvSpPr>
            <a:spLocks noGrp="1"/>
          </p:cNvSpPr>
          <p:nvPr>
            <p:ph type="sldNum" sz="quarter" idx="5"/>
          </p:nvPr>
        </p:nvSpPr>
        <p:spPr/>
        <p:txBody>
          <a:bodyPr/>
          <a:lstStyle/>
          <a:p>
            <a:fld id="{21565003-83BE-E844-8AE6-BF44107F602C}" type="slidenum">
              <a:rPr lang="en-US" smtClean="0"/>
              <a:t>12</a:t>
            </a:fld>
            <a:endParaRPr lang="en-US"/>
          </a:p>
        </p:txBody>
      </p:sp>
    </p:spTree>
    <p:extLst>
      <p:ext uri="{BB962C8B-B14F-4D97-AF65-F5344CB8AC3E}">
        <p14:creationId xmlns:p14="http://schemas.microsoft.com/office/powerpoint/2010/main" val="42499514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elected to implement a radial SVM, which yielded the best accuracy and ROC-AUC across non-parametric and parametric models across all statistical scenarios to predict our main outcome. </a:t>
            </a:r>
          </a:p>
          <a:p>
            <a:endParaRPr lang="en-US"/>
          </a:p>
          <a:p>
            <a:r>
              <a:rPr lang="en-US"/>
              <a:t>Of the 76 individuals in the test set, radial SVM predicted that 65.8% presented with PD and 9.2% were healthy. </a:t>
            </a:r>
          </a:p>
          <a:p>
            <a:endParaRPr lang="en-US"/>
          </a:p>
          <a:p>
            <a:r>
              <a:rPr lang="en-US"/>
              <a:t>25% of the individuals were predicted to have inconclusive results, indicating that these individuals were predicted to be both healthy and PD patients within the three repeated measures. </a:t>
            </a:r>
          </a:p>
        </p:txBody>
      </p:sp>
      <p:sp>
        <p:nvSpPr>
          <p:cNvPr id="4" name="Slide Number Placeholder 3"/>
          <p:cNvSpPr>
            <a:spLocks noGrp="1"/>
          </p:cNvSpPr>
          <p:nvPr>
            <p:ph type="sldNum" sz="quarter" idx="5"/>
          </p:nvPr>
        </p:nvSpPr>
        <p:spPr/>
        <p:txBody>
          <a:bodyPr/>
          <a:lstStyle/>
          <a:p>
            <a:fld id="{21565003-83BE-E844-8AE6-BF44107F602C}" type="slidenum">
              <a:rPr lang="en-US" smtClean="0"/>
              <a:t>13</a:t>
            </a:fld>
            <a:endParaRPr lang="en-US"/>
          </a:p>
        </p:txBody>
      </p:sp>
    </p:spTree>
    <p:extLst>
      <p:ext uri="{BB962C8B-B14F-4D97-AF65-F5344CB8AC3E}">
        <p14:creationId xmlns:p14="http://schemas.microsoft.com/office/powerpoint/2010/main" val="16971275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Similar to Hamza et al. we found the radial SVM to be the best machine learning method for classifying patients with PD and healthy individuals based on voice signals. </a:t>
            </a:r>
          </a:p>
          <a:p>
            <a:endParaRPr lang="en-US"/>
          </a:p>
          <a:p>
            <a:r>
              <a:rPr lang="en-US"/>
              <a:t>Although our training accuracy was higher, Hamza et al. noted </a:t>
            </a:r>
            <a:r>
              <a:rPr lang="en-US" b="0" i="0">
                <a:solidFill>
                  <a:srgbClr val="000000"/>
                </a:solidFill>
                <a:effectLst/>
                <a:latin typeface="WordVisi_MSFontService"/>
              </a:rPr>
              <a:t>higher accuracies have been reported for PD classification in the literature</a:t>
            </a:r>
          </a:p>
          <a:p>
            <a:endParaRPr lang="en-US" b="0" i="0">
              <a:solidFill>
                <a:srgbClr val="000000"/>
              </a:solidFill>
              <a:effectLst/>
              <a:latin typeface="WordVisi_MSFontService"/>
            </a:endParaRPr>
          </a:p>
          <a:p>
            <a:r>
              <a:rPr lang="en-US" b="0" i="0">
                <a:solidFill>
                  <a:srgbClr val="000000"/>
                </a:solidFill>
                <a:effectLst/>
                <a:latin typeface="WordVisi_MSFontService"/>
              </a:rPr>
              <a:t>These data did not suit LDA nor polynomial SVM and therefore were not used in the classification of PD.</a:t>
            </a:r>
          </a:p>
          <a:p>
            <a:endParaRPr lang="en-US" b="0" i="0">
              <a:solidFill>
                <a:srgbClr val="000000"/>
              </a:solidFill>
              <a:effectLst/>
              <a:latin typeface="WordVisi_MSFontService"/>
            </a:endParaRPr>
          </a:p>
          <a:p>
            <a:endParaRPr lang="en-US" sz="1800" b="0" i="0">
              <a:solidFill>
                <a:srgbClr val="000000"/>
              </a:solidFill>
              <a:effectLst/>
              <a:latin typeface="Calibri" panose="020F0502020204030204" pitchFamily="34" charset="0"/>
            </a:endParaRPr>
          </a:p>
          <a:p>
            <a:endParaRPr lang="en-US" b="0" i="0">
              <a:solidFill>
                <a:srgbClr val="000000"/>
              </a:solidFill>
              <a:effectLst/>
              <a:latin typeface="WordVisi_MSFontService"/>
            </a:endParaRPr>
          </a:p>
          <a:p>
            <a:endParaRPr lang="en-US" b="0" i="0">
              <a:solidFill>
                <a:srgbClr val="000000"/>
              </a:solidFill>
              <a:effectLst/>
              <a:latin typeface="WordVisi_MSFontService"/>
            </a:endParaRPr>
          </a:p>
          <a:p>
            <a:endParaRPr lang="en-US" b="0" i="0">
              <a:solidFill>
                <a:srgbClr val="000000"/>
              </a:solidFill>
              <a:effectLst/>
              <a:latin typeface="WordVisi_MSFontService"/>
            </a:endParaRPr>
          </a:p>
          <a:p>
            <a:endParaRPr lang="en-US"/>
          </a:p>
        </p:txBody>
      </p:sp>
      <p:sp>
        <p:nvSpPr>
          <p:cNvPr id="4" name="Slide Number Placeholder 3"/>
          <p:cNvSpPr>
            <a:spLocks noGrp="1"/>
          </p:cNvSpPr>
          <p:nvPr>
            <p:ph type="sldNum" sz="quarter" idx="5"/>
          </p:nvPr>
        </p:nvSpPr>
        <p:spPr/>
        <p:txBody>
          <a:bodyPr/>
          <a:lstStyle/>
          <a:p>
            <a:fld id="{21565003-83BE-E844-8AE6-BF44107F602C}" type="slidenum">
              <a:rPr lang="en-US" smtClean="0"/>
              <a:t>14</a:t>
            </a:fld>
            <a:endParaRPr lang="en-US"/>
          </a:p>
        </p:txBody>
      </p:sp>
    </p:spTree>
    <p:extLst>
      <p:ext uri="{BB962C8B-B14F-4D97-AF65-F5344CB8AC3E}">
        <p14:creationId xmlns:p14="http://schemas.microsoft.com/office/powerpoint/2010/main" val="30941210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a:solidFill>
                  <a:srgbClr val="000000"/>
                </a:solidFill>
                <a:effectLst/>
                <a:latin typeface="Calibri" panose="020F0502020204030204" pitchFamily="34" charset="0"/>
              </a:rPr>
              <a:t>These results should be considered in light of some limitations. </a:t>
            </a:r>
          </a:p>
          <a:p>
            <a:endParaRPr lang="en-US" sz="1200" b="0" i="0">
              <a:solidFill>
                <a:srgbClr val="000000"/>
              </a:solidFill>
              <a:effectLst/>
              <a:latin typeface="Calibri" panose="020F0502020204030204" pitchFamily="34" charset="0"/>
            </a:endParaRPr>
          </a:p>
          <a:p>
            <a:r>
              <a:rPr lang="en-US" sz="1200" b="0" i="0">
                <a:solidFill>
                  <a:srgbClr val="000000"/>
                </a:solidFill>
                <a:effectLst/>
                <a:latin typeface="Calibri" panose="020F0502020204030204" pitchFamily="34" charset="0"/>
              </a:rPr>
              <a:t>The number of features was greater than the number of training dataset observations which can cause overfitting of the training set, curse of dimensionality that can lead to unstable and inaccurate models, and collinearity. </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a:solidFill>
                  <a:srgbClr val="000000"/>
                </a:solidFill>
                <a:effectLst/>
                <a:latin typeface="Calibri" panose="020F0502020204030204" pitchFamily="34" charset="0"/>
              </a:rPr>
              <a:t>Although the radial SVM is known to perform well in high-dimensional spaces, it can still be prone to overfitting due to the flexibility of the model when the number of features is much larger than the number of observations, as is the case with these data, leading to poor generalization performance on new, unseen data. </a:t>
            </a:r>
          </a:p>
          <a:p>
            <a:endParaRPr lang="en-US"/>
          </a:p>
        </p:txBody>
      </p:sp>
      <p:sp>
        <p:nvSpPr>
          <p:cNvPr id="4" name="Slide Number Placeholder 3"/>
          <p:cNvSpPr>
            <a:spLocks noGrp="1"/>
          </p:cNvSpPr>
          <p:nvPr>
            <p:ph type="sldNum" sz="quarter" idx="5"/>
          </p:nvPr>
        </p:nvSpPr>
        <p:spPr/>
        <p:txBody>
          <a:bodyPr/>
          <a:lstStyle/>
          <a:p>
            <a:fld id="{21565003-83BE-E844-8AE6-BF44107F602C}" type="slidenum">
              <a:rPr lang="en-US" smtClean="0"/>
              <a:t>15</a:t>
            </a:fld>
            <a:endParaRPr lang="en-US"/>
          </a:p>
        </p:txBody>
      </p:sp>
    </p:spTree>
    <p:extLst>
      <p:ext uri="{BB962C8B-B14F-4D97-AF65-F5344CB8AC3E}">
        <p14:creationId xmlns:p14="http://schemas.microsoft.com/office/powerpoint/2010/main" val="31132382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a:solidFill>
                  <a:srgbClr val="000000"/>
                </a:solidFill>
                <a:effectLst/>
                <a:latin typeface="Calibri" panose="020F0502020204030204" pitchFamily="34" charset="0"/>
              </a:rPr>
              <a:t>This technology can be used to improve early detection in the telemedicine space and improve technology for patients who may not have close access to a hospital for screening and treatment.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i="0">
              <a:solidFill>
                <a:srgbClr val="000000"/>
              </a:solidFill>
              <a:effectLst/>
              <a:latin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a:solidFill>
                  <a:srgbClr val="000000"/>
                </a:solidFill>
                <a:effectLst/>
                <a:latin typeface="Calibri" panose="020F0502020204030204" pitchFamily="34" charset="0"/>
              </a:rPr>
              <a:t>Future studies should consider collinearity of the features for better predictions. </a:t>
            </a:r>
            <a:endParaRPr lang="en-US" b="0" i="0">
              <a:solidFill>
                <a:srgbClr val="000000"/>
              </a:solidFill>
              <a:effectLst/>
              <a:latin typeface="WordVisi_MSFontService"/>
            </a:endParaRPr>
          </a:p>
          <a:p>
            <a:endParaRPr lang="en-US"/>
          </a:p>
        </p:txBody>
      </p:sp>
      <p:sp>
        <p:nvSpPr>
          <p:cNvPr id="4" name="Slide Number Placeholder 3"/>
          <p:cNvSpPr>
            <a:spLocks noGrp="1"/>
          </p:cNvSpPr>
          <p:nvPr>
            <p:ph type="sldNum" sz="quarter" idx="5"/>
          </p:nvPr>
        </p:nvSpPr>
        <p:spPr/>
        <p:txBody>
          <a:bodyPr/>
          <a:lstStyle/>
          <a:p>
            <a:fld id="{21565003-83BE-E844-8AE6-BF44107F602C}" type="slidenum">
              <a:rPr lang="en-US" smtClean="0"/>
              <a:t>16</a:t>
            </a:fld>
            <a:endParaRPr lang="en-US"/>
          </a:p>
        </p:txBody>
      </p:sp>
    </p:spTree>
    <p:extLst>
      <p:ext uri="{BB962C8B-B14F-4D97-AF65-F5344CB8AC3E}">
        <p14:creationId xmlns:p14="http://schemas.microsoft.com/office/powerpoint/2010/main" val="8071856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resolution is low but here we can see that the </a:t>
            </a:r>
            <a:r>
              <a:rPr lang="en-US" err="1"/>
              <a:t>twqt</a:t>
            </a:r>
            <a:r>
              <a:rPr lang="en-US"/>
              <a:t> feature set had the most importance for the prediction of PD in the classification tree. </a:t>
            </a:r>
          </a:p>
        </p:txBody>
      </p:sp>
      <p:sp>
        <p:nvSpPr>
          <p:cNvPr id="4" name="Slide Number Placeholder 3"/>
          <p:cNvSpPr>
            <a:spLocks noGrp="1"/>
          </p:cNvSpPr>
          <p:nvPr>
            <p:ph type="sldNum" sz="quarter" idx="5"/>
          </p:nvPr>
        </p:nvSpPr>
        <p:spPr/>
        <p:txBody>
          <a:bodyPr/>
          <a:lstStyle/>
          <a:p>
            <a:fld id="{21565003-83BE-E844-8AE6-BF44107F602C}" type="slidenum">
              <a:rPr lang="en-US" smtClean="0"/>
              <a:t>18</a:t>
            </a:fld>
            <a:endParaRPr lang="en-US"/>
          </a:p>
        </p:txBody>
      </p:sp>
    </p:spTree>
    <p:extLst>
      <p:ext uri="{BB962C8B-B14F-4D97-AF65-F5344CB8AC3E}">
        <p14:creationId xmlns:p14="http://schemas.microsoft.com/office/powerpoint/2010/main" val="17213930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we can see that most coefficients were shrunken to zero</a:t>
            </a:r>
          </a:p>
        </p:txBody>
      </p:sp>
      <p:sp>
        <p:nvSpPr>
          <p:cNvPr id="4" name="Slide Number Placeholder 3"/>
          <p:cNvSpPr>
            <a:spLocks noGrp="1"/>
          </p:cNvSpPr>
          <p:nvPr>
            <p:ph type="sldNum" sz="quarter" idx="5"/>
          </p:nvPr>
        </p:nvSpPr>
        <p:spPr/>
        <p:txBody>
          <a:bodyPr/>
          <a:lstStyle/>
          <a:p>
            <a:fld id="{21565003-83BE-E844-8AE6-BF44107F602C}" type="slidenum">
              <a:rPr lang="en-US" smtClean="0"/>
              <a:t>19</a:t>
            </a:fld>
            <a:endParaRPr lang="en-US"/>
          </a:p>
        </p:txBody>
      </p:sp>
    </p:spTree>
    <p:extLst>
      <p:ext uri="{BB962C8B-B14F-4D97-AF65-F5344CB8AC3E}">
        <p14:creationId xmlns:p14="http://schemas.microsoft.com/office/powerpoint/2010/main" val="21154497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In the lasso regression the most important feature was </a:t>
            </a:r>
            <a:r>
              <a:rPr lang="en-US"/>
              <a:t>tqwt_meanValue_dec_5</a:t>
            </a:r>
            <a:endParaRPr lang="en-US">
              <a:cs typeface="Calibri"/>
            </a:endParaRPr>
          </a:p>
        </p:txBody>
      </p:sp>
      <p:sp>
        <p:nvSpPr>
          <p:cNvPr id="4" name="Slide Number Placeholder 3"/>
          <p:cNvSpPr>
            <a:spLocks noGrp="1"/>
          </p:cNvSpPr>
          <p:nvPr>
            <p:ph type="sldNum" sz="quarter" idx="5"/>
          </p:nvPr>
        </p:nvSpPr>
        <p:spPr/>
        <p:txBody>
          <a:bodyPr/>
          <a:lstStyle/>
          <a:p>
            <a:fld id="{21565003-83BE-E844-8AE6-BF44107F602C}" type="slidenum">
              <a:rPr lang="en-US" smtClean="0"/>
              <a:t>21</a:t>
            </a:fld>
            <a:endParaRPr lang="en-US"/>
          </a:p>
        </p:txBody>
      </p:sp>
    </p:spTree>
    <p:extLst>
      <p:ext uri="{BB962C8B-B14F-4D97-AF65-F5344CB8AC3E}">
        <p14:creationId xmlns:p14="http://schemas.microsoft.com/office/powerpoint/2010/main" val="24978261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674CB-3709-4ACF-BB61-29ADEA3D41BE}"/>
              </a:ext>
            </a:extLst>
          </p:cNvPr>
          <p:cNvSpPr>
            <a:spLocks noGrp="1"/>
          </p:cNvSpPr>
          <p:nvPr>
            <p:ph type="ctrTitle"/>
          </p:nvPr>
        </p:nvSpPr>
        <p:spPr>
          <a:xfrm>
            <a:off x="1524000" y="1033272"/>
            <a:ext cx="9144000" cy="2478024"/>
          </a:xfrm>
        </p:spPr>
        <p:txBody>
          <a:bodyPr lIns="0" tIns="0" rIns="0" bIns="0" anchor="b">
            <a:noAutofit/>
          </a:bodyPr>
          <a:lstStyle>
            <a:lvl1pPr algn="ctr">
              <a:defRPr sz="4000" spc="750" baseline="0"/>
            </a:lvl1pPr>
          </a:lstStyle>
          <a:p>
            <a:r>
              <a:rPr lang="en-US"/>
              <a:t>Click to edit Master title style</a:t>
            </a:r>
          </a:p>
        </p:txBody>
      </p:sp>
      <p:sp>
        <p:nvSpPr>
          <p:cNvPr id="3" name="Subtitle 2">
            <a:extLst>
              <a:ext uri="{FF2B5EF4-FFF2-40B4-BE49-F238E27FC236}">
                <a16:creationId xmlns:a16="http://schemas.microsoft.com/office/drawing/2014/main" id="{E06DA6BE-9B64-48FC-92D1-EF0D426A3974}"/>
              </a:ext>
            </a:extLst>
          </p:cNvPr>
          <p:cNvSpPr>
            <a:spLocks noGrp="1"/>
          </p:cNvSpPr>
          <p:nvPr>
            <p:ph type="subTitle" idx="1"/>
          </p:nvPr>
        </p:nvSpPr>
        <p:spPr>
          <a:xfrm>
            <a:off x="1524000" y="3822192"/>
            <a:ext cx="9144000" cy="1435608"/>
          </a:xfrm>
        </p:spPr>
        <p:txBody>
          <a:bodyPr lIns="0" tIns="0" rIns="0" bIns="0">
            <a:normAutofit/>
          </a:bodyPr>
          <a:lstStyle>
            <a:lvl1pPr marL="0" indent="0" algn="ctr">
              <a:lnSpc>
                <a:spcPct val="150000"/>
              </a:lnSpc>
              <a:buNone/>
              <a:defRPr sz="1600" cap="all" spc="60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083AE59-8E21-449F-86DA-5BE297010864}"/>
              </a:ext>
            </a:extLst>
          </p:cNvPr>
          <p:cNvSpPr>
            <a:spLocks noGrp="1"/>
          </p:cNvSpPr>
          <p:nvPr>
            <p:ph type="dt" sz="half" idx="10"/>
          </p:nvPr>
        </p:nvSpPr>
        <p:spPr/>
        <p:txBody>
          <a:bodyPr/>
          <a:lstStyle/>
          <a:p>
            <a:fld id="{655A5808-3B61-48CC-92EF-85AC2E0DFA56}" type="datetime2">
              <a:rPr lang="en-US" smtClean="0"/>
              <a:t>Monday, April 17, 2023</a:t>
            </a:fld>
            <a:endParaRPr lang="en-US"/>
          </a:p>
        </p:txBody>
      </p:sp>
      <p:sp>
        <p:nvSpPr>
          <p:cNvPr id="5" name="Footer Placeholder 4">
            <a:extLst>
              <a:ext uri="{FF2B5EF4-FFF2-40B4-BE49-F238E27FC236}">
                <a16:creationId xmlns:a16="http://schemas.microsoft.com/office/drawing/2014/main" id="{4E8CCD60-9970-49FD-8254-21154BAA1E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C0A488-07A7-42F9-B1DF-68545B75417D}"/>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3580141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E0F35-0AE7-48AB-9005-F1DB4BD0B47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DD4022-C31F-4C4C-B5BF-5F9730C08A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A45EE9-11D3-436C-9D73-1AA6CCDB165F}"/>
              </a:ext>
            </a:extLst>
          </p:cNvPr>
          <p:cNvSpPr>
            <a:spLocks noGrp="1"/>
          </p:cNvSpPr>
          <p:nvPr>
            <p:ph type="dt" sz="half" idx="10"/>
          </p:nvPr>
        </p:nvSpPr>
        <p:spPr/>
        <p:txBody>
          <a:bodyPr/>
          <a:lstStyle/>
          <a:p>
            <a:fld id="{2F3AF3C6-0FD4-4939-991C-00DDE5C56815}" type="datetime2">
              <a:rPr lang="en-US" smtClean="0"/>
              <a:t>Monday, April 17, 2023</a:t>
            </a:fld>
            <a:endParaRPr lang="en-US"/>
          </a:p>
        </p:txBody>
      </p:sp>
      <p:sp>
        <p:nvSpPr>
          <p:cNvPr id="5" name="Footer Placeholder 4">
            <a:extLst>
              <a:ext uri="{FF2B5EF4-FFF2-40B4-BE49-F238E27FC236}">
                <a16:creationId xmlns:a16="http://schemas.microsoft.com/office/drawing/2014/main" id="{92817DCF-881F-4956-81AE-A6D27A88F4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265F17-AD75-4B7E-970D-5D4DBD5D170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6493009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12CB-05D8-4D62-BDC5-812DB6DD04CD}"/>
              </a:ext>
            </a:extLst>
          </p:cNvPr>
          <p:cNvSpPr>
            <a:spLocks noGrp="1"/>
          </p:cNvSpPr>
          <p:nvPr>
            <p:ph type="title"/>
          </p:nvPr>
        </p:nvSpPr>
        <p:spPr>
          <a:xfrm>
            <a:off x="1371600" y="1709738"/>
            <a:ext cx="9966960" cy="2852737"/>
          </a:xfrm>
        </p:spPr>
        <p:txBody>
          <a:bodyPr anchor="b">
            <a:normAutofit/>
          </a:bodyPr>
          <a:lstStyle>
            <a:lvl1pPr>
              <a:lnSpc>
                <a:spcPct val="100000"/>
              </a:lnSpc>
              <a:defRPr sz="4400" spc="750" baseline="0"/>
            </a:lvl1pPr>
          </a:lstStyle>
          <a:p>
            <a:r>
              <a:rPr lang="en-US"/>
              <a:t>Click to edit Master title style</a:t>
            </a:r>
          </a:p>
        </p:txBody>
      </p:sp>
      <p:sp>
        <p:nvSpPr>
          <p:cNvPr id="3" name="Text Placeholder 2">
            <a:extLst>
              <a:ext uri="{FF2B5EF4-FFF2-40B4-BE49-F238E27FC236}">
                <a16:creationId xmlns:a16="http://schemas.microsoft.com/office/drawing/2014/main" id="{7C52F020-8516-4B9E-B455-5731ED6C9E9E}"/>
              </a:ext>
            </a:extLst>
          </p:cNvPr>
          <p:cNvSpPr>
            <a:spLocks noGrp="1"/>
          </p:cNvSpPr>
          <p:nvPr>
            <p:ph type="body" idx="1"/>
          </p:nvPr>
        </p:nvSpPr>
        <p:spPr>
          <a:xfrm>
            <a:off x="1371600" y="4974336"/>
            <a:ext cx="9966961" cy="1115568"/>
          </a:xfrm>
        </p:spPr>
        <p:txBody>
          <a:bodyPr>
            <a:normAutofit/>
          </a:bodyPr>
          <a:lstStyle>
            <a:lvl1pPr marL="0" indent="0">
              <a:buNone/>
              <a:defRPr sz="1600" cap="all" spc="6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822993-6E28-44BB-B983-095B476B801A}"/>
              </a:ext>
            </a:extLst>
          </p:cNvPr>
          <p:cNvSpPr>
            <a:spLocks noGrp="1"/>
          </p:cNvSpPr>
          <p:nvPr>
            <p:ph type="dt" sz="half" idx="10"/>
          </p:nvPr>
        </p:nvSpPr>
        <p:spPr/>
        <p:txBody>
          <a:bodyPr/>
          <a:lstStyle/>
          <a:p>
            <a:fld id="{86807482-8128-47C6-A8DD-6452B0291CFF}" type="datetime2">
              <a:rPr lang="en-US" smtClean="0"/>
              <a:t>Monday, April 17, 2023</a:t>
            </a:fld>
            <a:endParaRPr lang="en-US"/>
          </a:p>
        </p:txBody>
      </p:sp>
      <p:sp>
        <p:nvSpPr>
          <p:cNvPr id="5" name="Footer Placeholder 4">
            <a:extLst>
              <a:ext uri="{FF2B5EF4-FFF2-40B4-BE49-F238E27FC236}">
                <a16:creationId xmlns:a16="http://schemas.microsoft.com/office/drawing/2014/main" id="{FC909971-06C9-462B-81D9-BEF24C708A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9A076D-47C1-49CD-9A8B-956DB3FC31F7}"/>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8058591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8DFBD-F5ED-455C-8AD0-97476A55E3D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30E58C-F463-4D52-9225-9410133113A4}"/>
              </a:ext>
            </a:extLst>
          </p:cNvPr>
          <p:cNvSpPr>
            <a:spLocks noGrp="1"/>
          </p:cNvSpPr>
          <p:nvPr>
            <p:ph sz="half" idx="1"/>
          </p:nvPr>
        </p:nvSpPr>
        <p:spPr>
          <a:xfrm>
            <a:off x="1371600" y="2112264"/>
            <a:ext cx="4846320" cy="3959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AF7BDB4-97FA-485D-A557-6F96692BAC9E}"/>
              </a:ext>
            </a:extLst>
          </p:cNvPr>
          <p:cNvSpPr>
            <a:spLocks noGrp="1"/>
          </p:cNvSpPr>
          <p:nvPr>
            <p:ph sz="half" idx="2"/>
          </p:nvPr>
        </p:nvSpPr>
        <p:spPr>
          <a:xfrm>
            <a:off x="6766560" y="2112265"/>
            <a:ext cx="4846320" cy="39593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8C50007-C799-4117-8ACD-5EE980E63F17}"/>
              </a:ext>
            </a:extLst>
          </p:cNvPr>
          <p:cNvSpPr>
            <a:spLocks noGrp="1"/>
          </p:cNvSpPr>
          <p:nvPr>
            <p:ph type="dt" sz="half" idx="10"/>
          </p:nvPr>
        </p:nvSpPr>
        <p:spPr/>
        <p:txBody>
          <a:bodyPr/>
          <a:lstStyle/>
          <a:p>
            <a:fld id="{37903F25-275E-41DE-BE3B-EBF0DB49F9B1}" type="datetime2">
              <a:rPr lang="en-US" smtClean="0"/>
              <a:t>Monday, April 17, 2023</a:t>
            </a:fld>
            <a:endParaRPr lang="en-US"/>
          </a:p>
        </p:txBody>
      </p:sp>
      <p:sp>
        <p:nvSpPr>
          <p:cNvPr id="6" name="Footer Placeholder 5">
            <a:extLst>
              <a:ext uri="{FF2B5EF4-FFF2-40B4-BE49-F238E27FC236}">
                <a16:creationId xmlns:a16="http://schemas.microsoft.com/office/drawing/2014/main" id="{F24E8968-6BAD-4D5A-BF1D-911C7A39C1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9D8C08-BF20-4D5E-9004-0C075C36D8A4}"/>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0668628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2036E0D-26A5-455A-A8BD-70DA8BC03EB2}"/>
              </a:ext>
            </a:extLst>
          </p:cNvPr>
          <p:cNvSpPr>
            <a:spLocks noGrp="1"/>
          </p:cNvSpPr>
          <p:nvPr>
            <p:ph type="body" idx="1"/>
          </p:nvPr>
        </p:nvSpPr>
        <p:spPr>
          <a:xfrm>
            <a:off x="1371600" y="2112264"/>
            <a:ext cx="484107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FD4EA0-094D-4056-9032-BFB44B40896B}"/>
              </a:ext>
            </a:extLst>
          </p:cNvPr>
          <p:cNvSpPr>
            <a:spLocks noGrp="1"/>
          </p:cNvSpPr>
          <p:nvPr>
            <p:ph sz="half" idx="2"/>
          </p:nvPr>
        </p:nvSpPr>
        <p:spPr>
          <a:xfrm>
            <a:off x="1371600" y="3018472"/>
            <a:ext cx="4841076" cy="31048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FC0CCE8-718F-4620-8B4A-C60EEA7B884D}"/>
              </a:ext>
            </a:extLst>
          </p:cNvPr>
          <p:cNvSpPr>
            <a:spLocks noGrp="1"/>
          </p:cNvSpPr>
          <p:nvPr>
            <p:ph type="body" sz="quarter" idx="3"/>
          </p:nvPr>
        </p:nvSpPr>
        <p:spPr>
          <a:xfrm>
            <a:off x="6766560" y="2112264"/>
            <a:ext cx="484632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CE86DF-0069-4D31-BDD3-A9A2F9B7B468}"/>
              </a:ext>
            </a:extLst>
          </p:cNvPr>
          <p:cNvSpPr>
            <a:spLocks noGrp="1"/>
          </p:cNvSpPr>
          <p:nvPr>
            <p:ph sz="quarter" idx="4"/>
          </p:nvPr>
        </p:nvSpPr>
        <p:spPr>
          <a:xfrm>
            <a:off x="6766560" y="3018471"/>
            <a:ext cx="4841076" cy="3104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1A5ED06-FE54-4B86-A8D4-07D0EB08C3AB}"/>
              </a:ext>
            </a:extLst>
          </p:cNvPr>
          <p:cNvSpPr>
            <a:spLocks noGrp="1"/>
          </p:cNvSpPr>
          <p:nvPr>
            <p:ph type="dt" sz="half" idx="10"/>
          </p:nvPr>
        </p:nvSpPr>
        <p:spPr/>
        <p:txBody>
          <a:bodyPr/>
          <a:lstStyle/>
          <a:p>
            <a:fld id="{EE475572-4A44-4171-84AA-64D42C8050A6}" type="datetime2">
              <a:rPr lang="en-US" smtClean="0"/>
              <a:t>Monday, April 17, 2023</a:t>
            </a:fld>
            <a:endParaRPr lang="en-US"/>
          </a:p>
        </p:txBody>
      </p:sp>
      <p:sp>
        <p:nvSpPr>
          <p:cNvPr id="8" name="Footer Placeholder 7">
            <a:extLst>
              <a:ext uri="{FF2B5EF4-FFF2-40B4-BE49-F238E27FC236}">
                <a16:creationId xmlns:a16="http://schemas.microsoft.com/office/drawing/2014/main" id="{CE9EC6C3-0950-4AFE-936A-9AB5D227844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84B1D1-BE0C-48F4-BC74-90675A0F07CF}"/>
              </a:ext>
            </a:extLst>
          </p:cNvPr>
          <p:cNvSpPr>
            <a:spLocks noGrp="1"/>
          </p:cNvSpPr>
          <p:nvPr>
            <p:ph type="sldNum" sz="quarter" idx="12"/>
          </p:nvPr>
        </p:nvSpPr>
        <p:spPr/>
        <p:txBody>
          <a:bodyPr/>
          <a:lstStyle/>
          <a:p>
            <a:fld id="{C01389E6-C847-4AD0-B56D-D205B2EAB1EE}" type="slidenum">
              <a:rPr lang="en-US" smtClean="0"/>
              <a:t>‹#›</a:t>
            </a:fld>
            <a:endParaRPr lang="en-US"/>
          </a:p>
        </p:txBody>
      </p:sp>
      <p:sp>
        <p:nvSpPr>
          <p:cNvPr id="10" name="Title 9">
            <a:extLst>
              <a:ext uri="{FF2B5EF4-FFF2-40B4-BE49-F238E27FC236}">
                <a16:creationId xmlns:a16="http://schemas.microsoft.com/office/drawing/2014/main" id="{2D453288-3D76-40C1-BE00-223AB28F13D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06935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B1716-24B0-42CD-95B6-843092597B2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9E3617E-4B11-481F-AC6E-00031790294A}"/>
              </a:ext>
            </a:extLst>
          </p:cNvPr>
          <p:cNvSpPr>
            <a:spLocks noGrp="1"/>
          </p:cNvSpPr>
          <p:nvPr>
            <p:ph type="dt" sz="half" idx="10"/>
          </p:nvPr>
        </p:nvSpPr>
        <p:spPr/>
        <p:txBody>
          <a:bodyPr/>
          <a:lstStyle/>
          <a:p>
            <a:fld id="{C4C1612E-528E-4FD5-9E9E-E15F1108F171}" type="datetime2">
              <a:rPr lang="en-US" smtClean="0"/>
              <a:t>Monday, April 17, 2023</a:t>
            </a:fld>
            <a:endParaRPr lang="en-US"/>
          </a:p>
        </p:txBody>
      </p:sp>
      <p:sp>
        <p:nvSpPr>
          <p:cNvPr id="4" name="Footer Placeholder 3">
            <a:extLst>
              <a:ext uri="{FF2B5EF4-FFF2-40B4-BE49-F238E27FC236}">
                <a16:creationId xmlns:a16="http://schemas.microsoft.com/office/drawing/2014/main" id="{F6BF19CC-06D3-40E9-81B5-63B457B220C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AEFC312-3AA5-46F7-B701-3D9327A68DB7}"/>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7020134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C9E28E-1389-47AF-B3EB-22571417ACBE}"/>
              </a:ext>
            </a:extLst>
          </p:cNvPr>
          <p:cNvSpPr>
            <a:spLocks noGrp="1"/>
          </p:cNvSpPr>
          <p:nvPr>
            <p:ph type="dt" sz="half" idx="10"/>
          </p:nvPr>
        </p:nvSpPr>
        <p:spPr/>
        <p:txBody>
          <a:bodyPr/>
          <a:lstStyle/>
          <a:p>
            <a:fld id="{D4F6D862-A06D-436F-A92E-EBAAD50B6E50}" type="datetime2">
              <a:rPr lang="en-US" smtClean="0"/>
              <a:t>Monday, April 17, 2023</a:t>
            </a:fld>
            <a:endParaRPr lang="en-US"/>
          </a:p>
        </p:txBody>
      </p:sp>
      <p:sp>
        <p:nvSpPr>
          <p:cNvPr id="3" name="Footer Placeholder 2">
            <a:extLst>
              <a:ext uri="{FF2B5EF4-FFF2-40B4-BE49-F238E27FC236}">
                <a16:creationId xmlns:a16="http://schemas.microsoft.com/office/drawing/2014/main" id="{BFCF6B08-1984-4F7C-9F6E-A4F47BDBA21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771B3C5-CEC7-427F-931C-1318C421BEF9}"/>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4194265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EB55F-536E-4547-A5D2-0483FC3684CD}"/>
              </a:ext>
            </a:extLst>
          </p:cNvPr>
          <p:cNvSpPr>
            <a:spLocks noGrp="1"/>
          </p:cNvSpPr>
          <p:nvPr>
            <p:ph type="title"/>
          </p:nvPr>
        </p:nvSpPr>
        <p:spPr>
          <a:xfrm>
            <a:off x="1371600" y="987425"/>
            <a:ext cx="3932237" cy="1894511"/>
          </a:xfrm>
        </p:spPr>
        <p:txBody>
          <a:bodyPr anchor="b"/>
          <a:lstStyle>
            <a:lvl1pPr>
              <a:lnSpc>
                <a:spcPct val="100000"/>
              </a:lnSpc>
              <a:defRPr sz="3200"/>
            </a:lvl1pPr>
          </a:lstStyle>
          <a:p>
            <a:r>
              <a:rPr lang="en-US"/>
              <a:t>Click to edit Master title style</a:t>
            </a:r>
          </a:p>
        </p:txBody>
      </p:sp>
      <p:sp>
        <p:nvSpPr>
          <p:cNvPr id="3" name="Content Placeholder 2">
            <a:extLst>
              <a:ext uri="{FF2B5EF4-FFF2-40B4-BE49-F238E27FC236}">
                <a16:creationId xmlns:a16="http://schemas.microsoft.com/office/drawing/2014/main" id="{3D717D3C-533B-4EA9-886B-FAE59956C74C}"/>
              </a:ext>
            </a:extLst>
          </p:cNvPr>
          <p:cNvSpPr>
            <a:spLocks noGrp="1"/>
          </p:cNvSpPr>
          <p:nvPr>
            <p:ph idx="1"/>
          </p:nvPr>
        </p:nvSpPr>
        <p:spPr>
          <a:xfrm>
            <a:off x="5650992" y="987425"/>
            <a:ext cx="5687568" cy="4873625"/>
          </a:xfrm>
        </p:spPr>
        <p:txBody>
          <a:bodyPr>
            <a:normAutofit/>
          </a:bodyPr>
          <a:lstStyle>
            <a:lvl1pPr>
              <a:defRPr sz="20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419D2E1-4B17-4608-961E-2C4719855E89}"/>
              </a:ext>
            </a:extLst>
          </p:cNvPr>
          <p:cNvSpPr>
            <a:spLocks noGrp="1"/>
          </p:cNvSpPr>
          <p:nvPr>
            <p:ph type="body" sz="half" idx="2"/>
          </p:nvPr>
        </p:nvSpPr>
        <p:spPr>
          <a:xfrm>
            <a:off x="1371600" y="3058510"/>
            <a:ext cx="3932237" cy="28025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5A3535-184C-438C-AE91-9C42B7C5AFB6}"/>
              </a:ext>
            </a:extLst>
          </p:cNvPr>
          <p:cNvSpPr>
            <a:spLocks noGrp="1"/>
          </p:cNvSpPr>
          <p:nvPr>
            <p:ph type="dt" sz="half" idx="10"/>
          </p:nvPr>
        </p:nvSpPr>
        <p:spPr/>
        <p:txBody>
          <a:bodyPr/>
          <a:lstStyle/>
          <a:p>
            <a:fld id="{B73E0B7D-2260-4809-8F0A-9E5F3E24F169}" type="datetime2">
              <a:rPr lang="en-US" smtClean="0"/>
              <a:t>Monday, April 17, 2023</a:t>
            </a:fld>
            <a:endParaRPr lang="en-US"/>
          </a:p>
        </p:txBody>
      </p:sp>
      <p:sp>
        <p:nvSpPr>
          <p:cNvPr id="6" name="Footer Placeholder 5">
            <a:extLst>
              <a:ext uri="{FF2B5EF4-FFF2-40B4-BE49-F238E27FC236}">
                <a16:creationId xmlns:a16="http://schemas.microsoft.com/office/drawing/2014/main" id="{0DF6DBC3-4A58-42BA-9B55-A9A7251037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4E6563-0AB6-4038-A12B-A259552DB66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38427786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702C5-1E3B-4C62-A538-59BB572864A0}"/>
              </a:ext>
            </a:extLst>
          </p:cNvPr>
          <p:cNvSpPr>
            <a:spLocks noGrp="1"/>
          </p:cNvSpPr>
          <p:nvPr>
            <p:ph type="title"/>
          </p:nvPr>
        </p:nvSpPr>
        <p:spPr>
          <a:xfrm>
            <a:off x="1371600" y="987552"/>
            <a:ext cx="3932237" cy="1892808"/>
          </a:xfrm>
        </p:spPr>
        <p:txBody>
          <a:bodyPr anchor="b"/>
          <a:lstStyle>
            <a:lvl1pPr>
              <a:defRPr sz="3200" baseline="0"/>
            </a:lvl1pPr>
          </a:lstStyle>
          <a:p>
            <a:r>
              <a:rPr lang="en-US"/>
              <a:t>Click to edit Master title style</a:t>
            </a:r>
          </a:p>
        </p:txBody>
      </p:sp>
      <p:sp>
        <p:nvSpPr>
          <p:cNvPr id="3" name="Picture Placeholder 2">
            <a:extLst>
              <a:ext uri="{FF2B5EF4-FFF2-40B4-BE49-F238E27FC236}">
                <a16:creationId xmlns:a16="http://schemas.microsoft.com/office/drawing/2014/main" id="{6E2CF574-95CE-4E60-B2CF-3B5B4F33A767}"/>
              </a:ext>
            </a:extLst>
          </p:cNvPr>
          <p:cNvSpPr>
            <a:spLocks noGrp="1"/>
          </p:cNvSpPr>
          <p:nvPr>
            <p:ph type="pic" idx="1"/>
          </p:nvPr>
        </p:nvSpPr>
        <p:spPr>
          <a:xfrm>
            <a:off x="5505319" y="987425"/>
            <a:ext cx="5833242"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6D039F7C-C735-4356-8B04-89E19047950C}"/>
              </a:ext>
            </a:extLst>
          </p:cNvPr>
          <p:cNvSpPr>
            <a:spLocks noGrp="1"/>
          </p:cNvSpPr>
          <p:nvPr>
            <p:ph type="body" sz="half" idx="2"/>
          </p:nvPr>
        </p:nvSpPr>
        <p:spPr>
          <a:xfrm>
            <a:off x="1371600" y="3033286"/>
            <a:ext cx="3932237" cy="283570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E706DF-52A3-4F34-9BF5-E1ACD5D54283}"/>
              </a:ext>
            </a:extLst>
          </p:cNvPr>
          <p:cNvSpPr>
            <a:spLocks noGrp="1"/>
          </p:cNvSpPr>
          <p:nvPr>
            <p:ph type="dt" sz="half" idx="10"/>
          </p:nvPr>
        </p:nvSpPr>
        <p:spPr/>
        <p:txBody>
          <a:bodyPr/>
          <a:lstStyle/>
          <a:p>
            <a:fld id="{3C8E4735-C637-46A3-94EB-AB3AC4188D2F}" type="datetime2">
              <a:rPr lang="en-US" smtClean="0"/>
              <a:t>Monday, April 17, 2023</a:t>
            </a:fld>
            <a:endParaRPr lang="en-US"/>
          </a:p>
        </p:txBody>
      </p:sp>
      <p:sp>
        <p:nvSpPr>
          <p:cNvPr id="6" name="Footer Placeholder 5">
            <a:extLst>
              <a:ext uri="{FF2B5EF4-FFF2-40B4-BE49-F238E27FC236}">
                <a16:creationId xmlns:a16="http://schemas.microsoft.com/office/drawing/2014/main" id="{BFB25E53-E72E-4110-BB6B-3477F56C30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686F8F-3D62-4CEC-AD9A-B70848E6A81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30006767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DC3B6-2D75-4EC4-9120-88DCE0EA61A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74B06CB-A0FE-4499-B674-90C8C281A5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7FD700-765A-4DE6-A8EC-9D9D92FCBB42}"/>
              </a:ext>
            </a:extLst>
          </p:cNvPr>
          <p:cNvSpPr>
            <a:spLocks noGrp="1"/>
          </p:cNvSpPr>
          <p:nvPr>
            <p:ph type="dt" sz="half" idx="10"/>
          </p:nvPr>
        </p:nvSpPr>
        <p:spPr/>
        <p:txBody>
          <a:bodyPr/>
          <a:lstStyle/>
          <a:p>
            <a:fld id="{735E98AF-4574-4509-BF7A-519ACD5BF826}" type="datetime2">
              <a:rPr lang="en-US" smtClean="0"/>
              <a:t>Monday, April 17, 2023</a:t>
            </a:fld>
            <a:endParaRPr lang="en-US"/>
          </a:p>
        </p:txBody>
      </p:sp>
      <p:sp>
        <p:nvSpPr>
          <p:cNvPr id="5" name="Footer Placeholder 4">
            <a:extLst>
              <a:ext uri="{FF2B5EF4-FFF2-40B4-BE49-F238E27FC236}">
                <a16:creationId xmlns:a16="http://schemas.microsoft.com/office/drawing/2014/main" id="{0C4664EC-C4B1-4D14-9ED3-14C6CCBFFC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DF5526-E518-4133-9F44-D812576C1092}"/>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26032246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F62998-15B1-4CA8-8C60-7801001F8060}"/>
              </a:ext>
            </a:extLst>
          </p:cNvPr>
          <p:cNvSpPr>
            <a:spLocks noGrp="1"/>
          </p:cNvSpPr>
          <p:nvPr>
            <p:ph type="title" orient="vert"/>
          </p:nvPr>
        </p:nvSpPr>
        <p:spPr>
          <a:xfrm>
            <a:off x="8724900" y="838899"/>
            <a:ext cx="2628900" cy="4849301"/>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11AE278-0885-4594-AB09-120344C7D882}"/>
              </a:ext>
            </a:extLst>
          </p:cNvPr>
          <p:cNvSpPr>
            <a:spLocks noGrp="1"/>
          </p:cNvSpPr>
          <p:nvPr>
            <p:ph type="body" orient="vert" idx="1"/>
          </p:nvPr>
        </p:nvSpPr>
        <p:spPr>
          <a:xfrm>
            <a:off x="849235" y="838900"/>
            <a:ext cx="7723265" cy="4849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B850CC-FB43-4988-8D4E-9C54C20185B4}"/>
              </a:ext>
            </a:extLst>
          </p:cNvPr>
          <p:cNvSpPr>
            <a:spLocks noGrp="1"/>
          </p:cNvSpPr>
          <p:nvPr>
            <p:ph type="dt" sz="half" idx="10"/>
          </p:nvPr>
        </p:nvSpPr>
        <p:spPr/>
        <p:txBody>
          <a:bodyPr/>
          <a:lstStyle/>
          <a:p>
            <a:fld id="{93DD97D4-9636-490F-85D0-E926C2B6F3B1}" type="datetime2">
              <a:rPr lang="en-US" smtClean="0"/>
              <a:t>Monday, April 17, 2023</a:t>
            </a:fld>
            <a:endParaRPr lang="en-US"/>
          </a:p>
        </p:txBody>
      </p:sp>
      <p:sp>
        <p:nvSpPr>
          <p:cNvPr id="5" name="Footer Placeholder 4">
            <a:extLst>
              <a:ext uri="{FF2B5EF4-FFF2-40B4-BE49-F238E27FC236}">
                <a16:creationId xmlns:a16="http://schemas.microsoft.com/office/drawing/2014/main" id="{47A70300-3853-4FB4-A084-CF6E5CF2BD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DBAFB0-25AA-4B69-8418-418F47A92700}"/>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41853151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CF2F3BB-127D-44BC-A8EF-A8BB5F5911CA}"/>
              </a:ext>
            </a:extLst>
          </p:cNvPr>
          <p:cNvSpPr/>
          <p:nvPr/>
        </p:nvSpPr>
        <p:spPr>
          <a:xfrm rot="10800000" flipH="1">
            <a:off x="0" y="6401226"/>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10D1F30-F118-4A1F-A48F-7E5706959F64}"/>
              </a:ext>
            </a:extLst>
          </p:cNvPr>
          <p:cNvSpPr/>
          <p:nvPr/>
        </p:nvSpPr>
        <p:spPr>
          <a:xfrm flipH="1">
            <a:off x="4038602" y="6401228"/>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17AE890C-17CE-44C0-BDED-BA68F92A845D}"/>
              </a:ext>
            </a:extLst>
          </p:cNvPr>
          <p:cNvSpPr>
            <a:spLocks noGrp="1"/>
          </p:cNvSpPr>
          <p:nvPr>
            <p:ph type="title"/>
          </p:nvPr>
        </p:nvSpPr>
        <p:spPr>
          <a:xfrm>
            <a:off x="1371600" y="795528"/>
            <a:ext cx="10241280" cy="1234440"/>
          </a:xfrm>
          <a:prstGeom prst="rect">
            <a:avLst/>
          </a:prstGeom>
        </p:spPr>
        <p:txBody>
          <a:bodyPr vert="horz" lIns="0" tIns="0" rIns="0" bIns="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47910A6E-46D1-42CF-996C-2207737FB871}"/>
              </a:ext>
            </a:extLst>
          </p:cNvPr>
          <p:cNvSpPr>
            <a:spLocks noGrp="1"/>
          </p:cNvSpPr>
          <p:nvPr>
            <p:ph type="body" idx="1"/>
          </p:nvPr>
        </p:nvSpPr>
        <p:spPr>
          <a:xfrm>
            <a:off x="1371600" y="2112264"/>
            <a:ext cx="10241280" cy="3959352"/>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5B5247-D236-462B-BCE0-2A24DF75B085}"/>
              </a:ext>
            </a:extLst>
          </p:cNvPr>
          <p:cNvSpPr>
            <a:spLocks noGrp="1"/>
          </p:cNvSpPr>
          <p:nvPr>
            <p:ph type="dt" sz="half" idx="2"/>
          </p:nvPr>
        </p:nvSpPr>
        <p:spPr>
          <a:xfrm>
            <a:off x="7909560" y="6409944"/>
            <a:ext cx="3703320" cy="448056"/>
          </a:xfrm>
          <a:prstGeom prst="rect">
            <a:avLst/>
          </a:prstGeom>
        </p:spPr>
        <p:txBody>
          <a:bodyPr vert="horz" lIns="91440" tIns="45720" rIns="91440" bIns="45720" rtlCol="0" anchor="ctr"/>
          <a:lstStyle>
            <a:lvl1pPr algn="r">
              <a:defRPr sz="800" cap="all" spc="300" baseline="0">
                <a:solidFill>
                  <a:srgbClr val="FFFFFF"/>
                </a:solidFill>
              </a:defRPr>
            </a:lvl1pPr>
          </a:lstStyle>
          <a:p>
            <a:fld id="{AE0C963C-C1DB-4AFD-9DDC-0691666BF49B}" type="datetime2">
              <a:rPr lang="en-US" smtClean="0"/>
              <a:pPr/>
              <a:t>Monday, April 17, 2023</a:t>
            </a:fld>
            <a:endParaRPr lang="en-US" cap="all"/>
          </a:p>
        </p:txBody>
      </p:sp>
      <p:sp>
        <p:nvSpPr>
          <p:cNvPr id="5" name="Footer Placeholder 4">
            <a:extLst>
              <a:ext uri="{FF2B5EF4-FFF2-40B4-BE49-F238E27FC236}">
                <a16:creationId xmlns:a16="http://schemas.microsoft.com/office/drawing/2014/main" id="{19155C58-7DDF-4CD4-96AD-F9CC844D84CC}"/>
              </a:ext>
            </a:extLst>
          </p:cNvPr>
          <p:cNvSpPr>
            <a:spLocks noGrp="1"/>
          </p:cNvSpPr>
          <p:nvPr>
            <p:ph type="ftr" sz="quarter" idx="3"/>
          </p:nvPr>
        </p:nvSpPr>
        <p:spPr>
          <a:xfrm rot="5400000">
            <a:off x="-1828800" y="1911096"/>
            <a:ext cx="4114800" cy="457200"/>
          </a:xfrm>
          <a:prstGeom prst="rect">
            <a:avLst/>
          </a:prstGeom>
        </p:spPr>
        <p:txBody>
          <a:bodyPr vert="horz" lIns="91440" tIns="45720" rIns="91440" bIns="45720" rtlCol="0" anchor="ctr"/>
          <a:lstStyle>
            <a:lvl1pPr algn="l">
              <a:defRPr sz="800" b="1">
                <a:solidFill>
                  <a:schemeClr val="tx1"/>
                </a:solidFill>
                <a:latin typeface="+mj-lt"/>
              </a:defRPr>
            </a:lvl1pPr>
          </a:lstStyle>
          <a:p>
            <a:pPr algn="l"/>
            <a:endParaRPr lang="en-US"/>
          </a:p>
        </p:txBody>
      </p:sp>
      <p:sp>
        <p:nvSpPr>
          <p:cNvPr id="6" name="Slide Number Placeholder 5">
            <a:extLst>
              <a:ext uri="{FF2B5EF4-FFF2-40B4-BE49-F238E27FC236}">
                <a16:creationId xmlns:a16="http://schemas.microsoft.com/office/drawing/2014/main" id="{6F495647-A849-45D9-BC71-46A12E6DE479}"/>
              </a:ext>
            </a:extLst>
          </p:cNvPr>
          <p:cNvSpPr>
            <a:spLocks noGrp="1"/>
          </p:cNvSpPr>
          <p:nvPr>
            <p:ph type="sldNum" sz="quarter" idx="4"/>
          </p:nvPr>
        </p:nvSpPr>
        <p:spPr>
          <a:xfrm>
            <a:off x="11667744" y="6409944"/>
            <a:ext cx="438912" cy="448056"/>
          </a:xfrm>
          <a:prstGeom prst="rect">
            <a:avLst/>
          </a:prstGeom>
        </p:spPr>
        <p:txBody>
          <a:bodyPr vert="horz" lIns="91440" tIns="45720" rIns="91440" bIns="45720" rtlCol="0" anchor="ctr"/>
          <a:lstStyle>
            <a:lvl1pPr algn="r">
              <a:defRPr sz="800">
                <a:solidFill>
                  <a:srgbClr val="FFFFFF"/>
                </a:solidFill>
              </a:defRPr>
            </a:lvl1pPr>
          </a:lstStyle>
          <a:p>
            <a:fld id="{C01389E6-C847-4AD0-B56D-D205B2EAB1EE}" type="slidenum">
              <a:rPr lang="en-US" smtClean="0"/>
              <a:pPr/>
              <a:t>‹#›</a:t>
            </a:fld>
            <a:endParaRPr lang="en-US" sz="800"/>
          </a:p>
        </p:txBody>
      </p:sp>
    </p:spTree>
    <p:extLst>
      <p:ext uri="{BB962C8B-B14F-4D97-AF65-F5344CB8AC3E}">
        <p14:creationId xmlns:p14="http://schemas.microsoft.com/office/powerpoint/2010/main" val="2493323624"/>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6" r:id="rId6"/>
    <p:sldLayoutId id="2147483701" r:id="rId7"/>
    <p:sldLayoutId id="2147483702" r:id="rId8"/>
    <p:sldLayoutId id="2147483703" r:id="rId9"/>
    <p:sldLayoutId id="2147483705" r:id="rId10"/>
    <p:sldLayoutId id="2147483704" r:id="rId11"/>
  </p:sldLayoutIdLst>
  <p:hf sldNum="0" hdr="0" ftr="0" dt="0"/>
  <p:txStyles>
    <p:titleStyle>
      <a:lvl1pPr algn="l" defTabSz="914400" rtl="0" eaLnBrk="1" latinLnBrk="0" hangingPunct="1">
        <a:lnSpc>
          <a:spcPct val="100000"/>
        </a:lnSpc>
        <a:spcBef>
          <a:spcPct val="0"/>
        </a:spcBef>
        <a:buNone/>
        <a:defRPr sz="3600" b="1" i="0" kern="1200" cap="all" spc="70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s://www.ninds.nih.gov/current-research/focus-disorders/focus-parkinsons-disease-research/parkinsons-disease-challenges-progress-and-promise."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9" name="Rectangle 48">
            <a:extLst>
              <a:ext uri="{FF2B5EF4-FFF2-40B4-BE49-F238E27FC236}">
                <a16:creationId xmlns:a16="http://schemas.microsoft.com/office/drawing/2014/main" id="{D3F794D0-2982-490E-88DA-93D4897508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DNA helix in abstract form">
            <a:extLst>
              <a:ext uri="{FF2B5EF4-FFF2-40B4-BE49-F238E27FC236}">
                <a16:creationId xmlns:a16="http://schemas.microsoft.com/office/drawing/2014/main" id="{0B667045-C454-E773-F37B-632A5BA30BB0}"/>
              </a:ext>
            </a:extLst>
          </p:cNvPr>
          <p:cNvPicPr>
            <a:picLocks noChangeAspect="1"/>
          </p:cNvPicPr>
          <p:nvPr/>
        </p:nvPicPr>
        <p:blipFill rotWithShape="1">
          <a:blip r:embed="rId2">
            <a:extLst>
              <a:ext uri="{28A0092B-C50C-407E-A947-70E740481C1C}">
                <a14:useLocalDpi xmlns:a14="http://schemas.microsoft.com/office/drawing/2010/main" val="0"/>
              </a:ext>
            </a:extLst>
          </a:blip>
          <a:srcRect l="41291" r="24959"/>
          <a:stretch/>
        </p:blipFill>
        <p:spPr>
          <a:xfrm rot="16200000">
            <a:off x="2667214" y="-2667215"/>
            <a:ext cx="6857571" cy="12192000"/>
          </a:xfrm>
          <a:prstGeom prst="rect">
            <a:avLst/>
          </a:prstGeom>
        </p:spPr>
      </p:pic>
      <p:sp>
        <p:nvSpPr>
          <p:cNvPr id="51" name="Rectangle 50">
            <a:extLst>
              <a:ext uri="{FF2B5EF4-FFF2-40B4-BE49-F238E27FC236}">
                <a16:creationId xmlns:a16="http://schemas.microsoft.com/office/drawing/2014/main" id="{AFD24A3D-F07A-44A9-BE55-5576292E15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5071729"/>
            <a:ext cx="12192003" cy="1786490"/>
          </a:xfrm>
          <a:prstGeom prst="rect">
            <a:avLst/>
          </a:prstGeom>
          <a:gradFill>
            <a:gsLst>
              <a:gs pos="8000">
                <a:schemeClr val="accent6"/>
              </a:gs>
              <a:gs pos="86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204441C9-FD2D-4031-B5C5-67478196C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038600" y="5071729"/>
            <a:ext cx="8153401" cy="1786269"/>
          </a:xfrm>
          <a:prstGeom prst="rect">
            <a:avLst/>
          </a:prstGeom>
          <a:gradFill>
            <a:gsLst>
              <a:gs pos="0">
                <a:schemeClr val="accent5">
                  <a:lumMod val="60000"/>
                  <a:lumOff val="40000"/>
                  <a:alpha val="0"/>
                </a:schemeClr>
              </a:gs>
              <a:gs pos="99000">
                <a:schemeClr val="accent2">
                  <a:alpha val="81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3D9D3989-3E00-4727-914E-959DFE8FA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76701" y="5071730"/>
            <a:ext cx="8115300" cy="1334505"/>
          </a:xfrm>
          <a:prstGeom prst="rect">
            <a:avLst/>
          </a:prstGeom>
          <a:gradFill>
            <a:gsLst>
              <a:gs pos="0">
                <a:schemeClr val="accent6">
                  <a:alpha val="16000"/>
                </a:schemeClr>
              </a:gs>
              <a:gs pos="62000">
                <a:schemeClr val="accent5">
                  <a:alpha val="0"/>
                </a:scheme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Freeform: Shape 56">
            <a:extLst>
              <a:ext uri="{FF2B5EF4-FFF2-40B4-BE49-F238E27FC236}">
                <a16:creationId xmlns:a16="http://schemas.microsoft.com/office/drawing/2014/main" id="{C538E4E5-4047-480A-BB9B-9AB54E86D5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4834054">
            <a:off x="3120189" y="3385221"/>
            <a:ext cx="2497963" cy="4087997"/>
          </a:xfrm>
          <a:custGeom>
            <a:avLst/>
            <a:gdLst>
              <a:gd name="connsiteX0" fmla="*/ 2671045 w 2671045"/>
              <a:gd name="connsiteY0" fmla="*/ 8492 h 4371251"/>
              <a:gd name="connsiteX1" fmla="*/ 840176 w 2671045"/>
              <a:gd name="connsiteY1" fmla="*/ 4371251 h 4371251"/>
              <a:gd name="connsiteX2" fmla="*/ 650202 w 2671045"/>
              <a:gd name="connsiteY2" fmla="*/ 4185755 h 4371251"/>
              <a:gd name="connsiteX3" fmla="*/ 0 w 2671045"/>
              <a:gd name="connsiteY3" fmla="*/ 2502877 h 4371251"/>
              <a:gd name="connsiteX4" fmla="*/ 2502877 w 2671045"/>
              <a:gd name="connsiteY4" fmla="*/ 0 h 4371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1045" h="4371251">
                <a:moveTo>
                  <a:pt x="2671045" y="8492"/>
                </a:moveTo>
                <a:lnTo>
                  <a:pt x="840176" y="4371251"/>
                </a:lnTo>
                <a:lnTo>
                  <a:pt x="650202" y="4185755"/>
                </a:lnTo>
                <a:cubicBezTo>
                  <a:pt x="246220" y="3741276"/>
                  <a:pt x="0" y="3150831"/>
                  <a:pt x="0" y="2502877"/>
                </a:cubicBezTo>
                <a:cubicBezTo>
                  <a:pt x="0" y="1120576"/>
                  <a:pt x="1120576" y="0"/>
                  <a:pt x="2502877" y="0"/>
                </a:cubicBezTo>
                <a:close/>
              </a:path>
            </a:pathLst>
          </a:custGeom>
          <a:gradFill>
            <a:gsLst>
              <a:gs pos="0">
                <a:schemeClr val="accent6">
                  <a:alpha val="0"/>
                </a:schemeClr>
              </a:gs>
              <a:gs pos="100000">
                <a:schemeClr val="accent6">
                  <a:lumMod val="60000"/>
                  <a:lumOff val="40000"/>
                  <a:alpha val="20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ctrTitle"/>
          </p:nvPr>
        </p:nvSpPr>
        <p:spPr>
          <a:xfrm>
            <a:off x="954157" y="5690563"/>
            <a:ext cx="10145864" cy="715617"/>
          </a:xfrm>
        </p:spPr>
        <p:txBody>
          <a:bodyPr>
            <a:noAutofit/>
          </a:bodyPr>
          <a:lstStyle/>
          <a:p>
            <a:pPr algn="l">
              <a:lnSpc>
                <a:spcPct val="90000"/>
              </a:lnSpc>
            </a:pPr>
            <a:r>
              <a:rPr lang="en-US" sz="2800">
                <a:solidFill>
                  <a:schemeClr val="bg1"/>
                </a:solidFill>
                <a:latin typeface="Calibri"/>
                <a:cs typeface="Calibri"/>
              </a:rPr>
              <a:t>Predicting Parkinson’s Disease </a:t>
            </a:r>
            <a:br>
              <a:rPr lang="en-US" sz="2800">
                <a:latin typeface="Calibri"/>
                <a:cs typeface="Calibri"/>
              </a:rPr>
            </a:br>
            <a:r>
              <a:rPr lang="en-US" sz="2800">
                <a:solidFill>
                  <a:schemeClr val="bg1"/>
                </a:solidFill>
                <a:latin typeface="Calibri"/>
                <a:cs typeface="Calibri"/>
              </a:rPr>
              <a:t>with Voice Signals using </a:t>
            </a:r>
            <a:br>
              <a:rPr lang="en-US" sz="2800">
                <a:latin typeface="Calibri"/>
                <a:cs typeface="Calibri"/>
              </a:rPr>
            </a:br>
            <a:r>
              <a:rPr lang="en-US" sz="2800">
                <a:solidFill>
                  <a:schemeClr val="bg1"/>
                </a:solidFill>
                <a:latin typeface="Calibri"/>
                <a:cs typeface="Calibri"/>
              </a:rPr>
              <a:t>Machine Learning Algorithms </a:t>
            </a:r>
            <a:endParaRPr lang="en-US" sz="2800">
              <a:solidFill>
                <a:schemeClr val="bg1"/>
              </a:solidFill>
              <a:latin typeface="Calibri" panose="020F0502020204030204" pitchFamily="34" charset="0"/>
              <a:cs typeface="Calibri" panose="020F0502020204030204" pitchFamily="34" charset="0"/>
            </a:endParaRPr>
          </a:p>
        </p:txBody>
      </p:sp>
      <p:sp>
        <p:nvSpPr>
          <p:cNvPr id="3" name="Subtitle 2"/>
          <p:cNvSpPr>
            <a:spLocks noGrp="1"/>
          </p:cNvSpPr>
          <p:nvPr>
            <p:ph type="subTitle" idx="1"/>
          </p:nvPr>
        </p:nvSpPr>
        <p:spPr>
          <a:xfrm>
            <a:off x="954157" y="6350967"/>
            <a:ext cx="9866244" cy="302151"/>
          </a:xfrm>
        </p:spPr>
        <p:txBody>
          <a:bodyPr vert="horz" lIns="0" tIns="0" rIns="0" bIns="0" rtlCol="0" anchor="t">
            <a:noAutofit/>
          </a:bodyPr>
          <a:lstStyle/>
          <a:p>
            <a:pPr algn="l"/>
            <a:r>
              <a:rPr lang="en-US" sz="1800">
                <a:solidFill>
                  <a:schemeClr val="bg1"/>
                </a:solidFill>
                <a:latin typeface="Calibri"/>
                <a:cs typeface="Calibri"/>
              </a:rPr>
              <a:t>Presented by: Group 1</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6545BC-3C77-AEC7-0C0C-21F2A6E9964F}"/>
              </a:ext>
            </a:extLst>
          </p:cNvPr>
          <p:cNvSpPr>
            <a:spLocks noGrp="1"/>
          </p:cNvSpPr>
          <p:nvPr>
            <p:ph type="title"/>
          </p:nvPr>
        </p:nvSpPr>
        <p:spPr>
          <a:xfrm>
            <a:off x="119130" y="-12515"/>
            <a:ext cx="6972775" cy="1852976"/>
          </a:xfrm>
        </p:spPr>
        <p:txBody>
          <a:bodyPr>
            <a:normAutofit/>
          </a:bodyPr>
          <a:lstStyle/>
          <a:p>
            <a:r>
              <a:rPr lang="en-US" sz="4400">
                <a:latin typeface="Calibri" panose="020F0502020204030204" pitchFamily="34" charset="0"/>
                <a:cs typeface="Calibri" panose="020F0502020204030204" pitchFamily="34" charset="0"/>
              </a:rPr>
              <a:t>Parkinson’s disease</a:t>
            </a:r>
          </a:p>
        </p:txBody>
      </p:sp>
      <p:sp>
        <p:nvSpPr>
          <p:cNvPr id="3" name="Content Placeholder 2">
            <a:extLst>
              <a:ext uri="{FF2B5EF4-FFF2-40B4-BE49-F238E27FC236}">
                <a16:creationId xmlns:a16="http://schemas.microsoft.com/office/drawing/2014/main" id="{E9A22E31-8686-A3B7-099D-A68A4866AF23}"/>
              </a:ext>
            </a:extLst>
          </p:cNvPr>
          <p:cNvSpPr>
            <a:spLocks noGrp="1"/>
          </p:cNvSpPr>
          <p:nvPr>
            <p:ph idx="1"/>
          </p:nvPr>
        </p:nvSpPr>
        <p:spPr>
          <a:xfrm>
            <a:off x="571263" y="2209610"/>
            <a:ext cx="6972775" cy="3322219"/>
          </a:xfrm>
        </p:spPr>
        <p:txBody>
          <a:bodyPr>
            <a:noAutofit/>
          </a:bodyPr>
          <a:lstStyle/>
          <a:p>
            <a:pPr>
              <a:buClr>
                <a:schemeClr val="tx1"/>
              </a:buClr>
            </a:pPr>
            <a:r>
              <a:rPr lang="en-US" sz="2400" b="0" i="0">
                <a:solidFill>
                  <a:srgbClr val="0070C0"/>
                </a:solidFill>
                <a:effectLst/>
                <a:latin typeface="Calibri" panose="020F0502020204030204" pitchFamily="34" charset="0"/>
                <a:cs typeface="Calibri" panose="020F0502020204030204" pitchFamily="34" charset="0"/>
              </a:rPr>
              <a:t>Second most common neurological disease </a:t>
            </a:r>
            <a:r>
              <a:rPr lang="en-US" sz="2400" b="0" i="0">
                <a:effectLst/>
                <a:latin typeface="Calibri" panose="020F0502020204030204" pitchFamily="34" charset="0"/>
                <a:cs typeface="Calibri" panose="020F0502020204030204" pitchFamily="34" charset="0"/>
              </a:rPr>
              <a:t>in the US</a:t>
            </a:r>
          </a:p>
          <a:p>
            <a:pPr lvl="1">
              <a:buClr>
                <a:schemeClr val="tx1"/>
              </a:buClr>
            </a:pPr>
            <a:r>
              <a:rPr lang="en-US" sz="2400">
                <a:latin typeface="Calibri" panose="020F0502020204030204" pitchFamily="34" charset="0"/>
                <a:cs typeface="Calibri" panose="020F0502020204030204" pitchFamily="34" charset="0"/>
              </a:rPr>
              <a:t>Affects an estimated 1% of the population aged 60 years and older</a:t>
            </a:r>
          </a:p>
          <a:p>
            <a:pPr lvl="1">
              <a:buClr>
                <a:schemeClr val="tx1"/>
              </a:buClr>
            </a:pPr>
            <a:r>
              <a:rPr lang="en-US" sz="2400">
                <a:latin typeface="Calibri" panose="020F0502020204030204" pitchFamily="34" charset="0"/>
                <a:cs typeface="Calibri" panose="020F0502020204030204" pitchFamily="34" charset="0"/>
              </a:rPr>
              <a:t>5 to 10% of Parkinson’s disease (PD) cases occur in adults aged 50 years and younger</a:t>
            </a:r>
          </a:p>
          <a:p>
            <a:pPr>
              <a:buClr>
                <a:schemeClr val="tx1"/>
              </a:buClr>
            </a:pPr>
            <a:r>
              <a:rPr lang="en-US" sz="2400">
                <a:solidFill>
                  <a:srgbClr val="0070C0"/>
                </a:solidFill>
                <a:latin typeface="Calibri" panose="020F0502020204030204" pitchFamily="34" charset="0"/>
                <a:cs typeface="Calibri" panose="020F0502020204030204" pitchFamily="34" charset="0"/>
              </a:rPr>
              <a:t>U</a:t>
            </a:r>
            <a:r>
              <a:rPr lang="en-US" sz="2400" b="0" i="0">
                <a:solidFill>
                  <a:srgbClr val="0070C0"/>
                </a:solidFill>
                <a:effectLst/>
                <a:latin typeface="Calibri" panose="020F0502020204030204" pitchFamily="34" charset="0"/>
                <a:cs typeface="Calibri" panose="020F0502020204030204" pitchFamily="34" charset="0"/>
              </a:rPr>
              <a:t>p to 90% of patients</a:t>
            </a:r>
            <a:r>
              <a:rPr lang="en-US" sz="2400" b="0" i="0">
                <a:solidFill>
                  <a:schemeClr val="accent2">
                    <a:lumMod val="75000"/>
                  </a:schemeClr>
                </a:solidFill>
                <a:effectLst/>
                <a:latin typeface="Calibri" panose="020F0502020204030204" pitchFamily="34" charset="0"/>
                <a:cs typeface="Calibri" panose="020F0502020204030204" pitchFamily="34" charset="0"/>
              </a:rPr>
              <a:t> </a:t>
            </a:r>
            <a:r>
              <a:rPr lang="en-US" sz="2400" b="0" i="0">
                <a:effectLst/>
                <a:latin typeface="Calibri" panose="020F0502020204030204" pitchFamily="34" charset="0"/>
                <a:cs typeface="Calibri" panose="020F0502020204030204" pitchFamily="34" charset="0"/>
              </a:rPr>
              <a:t>with PD </a:t>
            </a:r>
            <a:r>
              <a:rPr lang="en-US" sz="2400" b="0" i="0">
                <a:solidFill>
                  <a:srgbClr val="0070C0"/>
                </a:solidFill>
                <a:effectLst/>
                <a:latin typeface="Calibri" panose="020F0502020204030204" pitchFamily="34" charset="0"/>
                <a:cs typeface="Calibri" panose="020F0502020204030204" pitchFamily="34" charset="0"/>
              </a:rPr>
              <a:t>present with voice changes</a:t>
            </a:r>
          </a:p>
          <a:p>
            <a:pPr lvl="1">
              <a:buClr>
                <a:schemeClr val="tx1"/>
              </a:buClr>
            </a:pPr>
            <a:r>
              <a:rPr lang="en-US" sz="2400" b="0" i="0">
                <a:effectLst/>
                <a:latin typeface="Calibri" panose="020F0502020204030204" pitchFamily="34" charset="0"/>
                <a:cs typeface="Calibri" panose="020F0502020204030204" pitchFamily="34" charset="0"/>
              </a:rPr>
              <a:t>47% have moderate to severe voice changes</a:t>
            </a:r>
            <a:endParaRPr lang="en-US" sz="2400">
              <a:latin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61707E60-CEC9-4661-AA82-69242EB4BD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chemeClr val="accent5"/>
              </a:gs>
              <a:gs pos="100000">
                <a:schemeClr val="accent2">
                  <a:lumMod val="60000"/>
                  <a:lumOff val="40000"/>
                  <a:alpha val="59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F035CD8-AE30-4146-96F2-036B0CE5E4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chemeClr val="accent6">
                  <a:lumMod val="75000"/>
                  <a:alpha val="61000"/>
                </a:schemeClr>
              </a:gs>
              <a:gs pos="99000">
                <a:schemeClr val="accent6">
                  <a:alpha val="87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Scan of a human brain in a neurology clinic">
            <a:extLst>
              <a:ext uri="{FF2B5EF4-FFF2-40B4-BE49-F238E27FC236}">
                <a16:creationId xmlns:a16="http://schemas.microsoft.com/office/drawing/2014/main" id="{9AED977F-E83C-88A1-D9D4-A5639B2219FC}"/>
              </a:ext>
            </a:extLst>
          </p:cNvPr>
          <p:cNvPicPr>
            <a:picLocks noChangeAspect="1"/>
          </p:cNvPicPr>
          <p:nvPr/>
        </p:nvPicPr>
        <p:blipFill rotWithShape="1">
          <a:blip r:embed="rId3"/>
          <a:srcRect l="50927" r="1437" b="-2"/>
          <a:stretch/>
        </p:blipFill>
        <p:spPr>
          <a:xfrm>
            <a:off x="8115300" y="-12515"/>
            <a:ext cx="4076700" cy="6418631"/>
          </a:xfrm>
          <a:prstGeom prst="rect">
            <a:avLst/>
          </a:prstGeom>
        </p:spPr>
      </p:pic>
    </p:spTree>
    <p:extLst>
      <p:ext uri="{BB962C8B-B14F-4D97-AF65-F5344CB8AC3E}">
        <p14:creationId xmlns:p14="http://schemas.microsoft.com/office/powerpoint/2010/main" val="1328692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937C59-7DFF-2946-BF41-A9E5B7E5ACBA}"/>
              </a:ext>
            </a:extLst>
          </p:cNvPr>
          <p:cNvSpPr>
            <a:spLocks noGrp="1"/>
          </p:cNvSpPr>
          <p:nvPr>
            <p:ph type="title"/>
          </p:nvPr>
        </p:nvSpPr>
        <p:spPr>
          <a:xfrm>
            <a:off x="166577" y="0"/>
            <a:ext cx="5929422" cy="1852976"/>
          </a:xfrm>
        </p:spPr>
        <p:txBody>
          <a:bodyPr>
            <a:normAutofit/>
          </a:bodyPr>
          <a:lstStyle/>
          <a:p>
            <a:r>
              <a:rPr lang="en-US" sz="4400">
                <a:latin typeface="Calibri" panose="020F0502020204030204" pitchFamily="34" charset="0"/>
                <a:cs typeface="Calibri" panose="020F0502020204030204" pitchFamily="34" charset="0"/>
              </a:rPr>
              <a:t>Study purpose</a:t>
            </a:r>
          </a:p>
        </p:txBody>
      </p:sp>
      <p:sp>
        <p:nvSpPr>
          <p:cNvPr id="3" name="Content Placeholder 2">
            <a:extLst>
              <a:ext uri="{FF2B5EF4-FFF2-40B4-BE49-F238E27FC236}">
                <a16:creationId xmlns:a16="http://schemas.microsoft.com/office/drawing/2014/main" id="{7475359E-FBB2-F46B-2436-DAFC1FE8B947}"/>
              </a:ext>
            </a:extLst>
          </p:cNvPr>
          <p:cNvSpPr>
            <a:spLocks noGrp="1"/>
          </p:cNvSpPr>
          <p:nvPr>
            <p:ph idx="1"/>
          </p:nvPr>
        </p:nvSpPr>
        <p:spPr>
          <a:xfrm>
            <a:off x="254833" y="2621381"/>
            <a:ext cx="7054826" cy="3322219"/>
          </a:xfrm>
        </p:spPr>
        <p:txBody>
          <a:bodyPr>
            <a:normAutofit/>
          </a:bodyPr>
          <a:lstStyle/>
          <a:p>
            <a:r>
              <a:rPr lang="en-US" sz="2400">
                <a:latin typeface="Calibri" panose="020F0502020204030204" pitchFamily="34" charset="0"/>
              </a:rPr>
              <a:t>To </a:t>
            </a:r>
            <a:r>
              <a:rPr lang="en-US" sz="2400" b="0" i="0">
                <a:solidFill>
                  <a:srgbClr val="0070C0"/>
                </a:solidFill>
                <a:effectLst/>
                <a:latin typeface="Calibri" panose="020F0502020204030204" pitchFamily="34" charset="0"/>
              </a:rPr>
              <a:t>explore various machine learning techniques to accurately classify and predict patients with PD and healthy individuals </a:t>
            </a:r>
            <a:r>
              <a:rPr lang="en-US" sz="2400" b="0" i="0">
                <a:effectLst/>
                <a:latin typeface="Calibri" panose="020F0502020204030204" pitchFamily="34" charset="0"/>
              </a:rPr>
              <a:t>using voice recordings</a:t>
            </a:r>
            <a:endParaRPr lang="en-US" sz="2400"/>
          </a:p>
        </p:txBody>
      </p:sp>
      <p:sp>
        <p:nvSpPr>
          <p:cNvPr id="24" name="Rectangle 23">
            <a:extLst>
              <a:ext uri="{FF2B5EF4-FFF2-40B4-BE49-F238E27FC236}">
                <a16:creationId xmlns:a16="http://schemas.microsoft.com/office/drawing/2014/main" id="{61707E60-CEC9-4661-AA82-69242EB4BD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chemeClr val="accent5"/>
              </a:gs>
              <a:gs pos="100000">
                <a:schemeClr val="accent2">
                  <a:lumMod val="60000"/>
                  <a:lumOff val="40000"/>
                  <a:alpha val="59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8F035CD8-AE30-4146-96F2-036B0CE5E4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chemeClr val="accent6">
                  <a:lumMod val="75000"/>
                  <a:alpha val="61000"/>
                </a:schemeClr>
              </a:gs>
              <a:gs pos="99000">
                <a:schemeClr val="accent6">
                  <a:alpha val="87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Graph on document with pen">
            <a:extLst>
              <a:ext uri="{FF2B5EF4-FFF2-40B4-BE49-F238E27FC236}">
                <a16:creationId xmlns:a16="http://schemas.microsoft.com/office/drawing/2014/main" id="{E78FDA12-9ACA-FF7A-9D2B-742430813CEE}"/>
              </a:ext>
            </a:extLst>
          </p:cNvPr>
          <p:cNvPicPr>
            <a:picLocks noChangeAspect="1"/>
          </p:cNvPicPr>
          <p:nvPr/>
        </p:nvPicPr>
        <p:blipFill rotWithShape="1">
          <a:blip r:embed="rId3"/>
          <a:srcRect l="36224" r="21381" b="1"/>
          <a:stretch/>
        </p:blipFill>
        <p:spPr>
          <a:xfrm>
            <a:off x="8115300" y="-12515"/>
            <a:ext cx="4076700" cy="6418631"/>
          </a:xfrm>
          <a:prstGeom prst="rect">
            <a:avLst/>
          </a:prstGeom>
        </p:spPr>
      </p:pic>
    </p:spTree>
    <p:extLst>
      <p:ext uri="{BB962C8B-B14F-4D97-AF65-F5344CB8AC3E}">
        <p14:creationId xmlns:p14="http://schemas.microsoft.com/office/powerpoint/2010/main" val="10580945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9FC9A-A0BE-1CBF-87A2-5D446246656A}"/>
              </a:ext>
            </a:extLst>
          </p:cNvPr>
          <p:cNvSpPr>
            <a:spLocks noGrp="1"/>
          </p:cNvSpPr>
          <p:nvPr>
            <p:ph type="title"/>
          </p:nvPr>
        </p:nvSpPr>
        <p:spPr>
          <a:xfrm>
            <a:off x="4444584" y="0"/>
            <a:ext cx="10241280" cy="1234440"/>
          </a:xfrm>
        </p:spPr>
        <p:txBody>
          <a:bodyPr>
            <a:normAutofit/>
          </a:bodyPr>
          <a:lstStyle/>
          <a:p>
            <a:r>
              <a:rPr lang="en-US" sz="4400">
                <a:latin typeface="Calibri" panose="020F0502020204030204" pitchFamily="34" charset="0"/>
                <a:cs typeface="Calibri" panose="020F0502020204030204" pitchFamily="34" charset="0"/>
              </a:rPr>
              <a:t>Methods</a:t>
            </a:r>
            <a:endParaRPr lang="en-US" sz="400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3093F81F-F5BB-A4BC-0076-059FE8D9DD08}"/>
              </a:ext>
            </a:extLst>
          </p:cNvPr>
          <p:cNvSpPr>
            <a:spLocks noGrp="1"/>
          </p:cNvSpPr>
          <p:nvPr>
            <p:ph idx="1"/>
          </p:nvPr>
        </p:nvSpPr>
        <p:spPr>
          <a:xfrm>
            <a:off x="562131" y="1858780"/>
            <a:ext cx="10241280" cy="4612836"/>
          </a:xfrm>
        </p:spPr>
        <p:txBody>
          <a:bodyPr>
            <a:normAutofit/>
          </a:bodyPr>
          <a:lstStyle/>
          <a:p>
            <a:pPr>
              <a:buClr>
                <a:schemeClr val="tx1"/>
              </a:buClr>
            </a:pPr>
            <a:r>
              <a:rPr lang="en-US" sz="2400">
                <a:solidFill>
                  <a:srgbClr val="0070C0"/>
                </a:solidFill>
                <a:latin typeface="Calibri" panose="020F0502020204030204" pitchFamily="34" charset="0"/>
                <a:cs typeface="Calibri" panose="020F0502020204030204" pitchFamily="34" charset="0"/>
              </a:rPr>
              <a:t>Secondary analysis</a:t>
            </a:r>
            <a:r>
              <a:rPr lang="en-US" sz="2400">
                <a:solidFill>
                  <a:schemeClr val="accent2">
                    <a:lumMod val="75000"/>
                  </a:schemeClr>
                </a:solidFill>
                <a:latin typeface="Calibri" panose="020F0502020204030204" pitchFamily="34" charset="0"/>
                <a:cs typeface="Calibri" panose="020F0502020204030204" pitchFamily="34" charset="0"/>
              </a:rPr>
              <a:t> </a:t>
            </a:r>
            <a:r>
              <a:rPr lang="en-US" sz="2400">
                <a:latin typeface="Calibri" panose="020F0502020204030204" pitchFamily="34" charset="0"/>
                <a:cs typeface="Calibri" panose="020F0502020204030204" pitchFamily="34" charset="0"/>
              </a:rPr>
              <a:t>using machine learning classification algorithms</a:t>
            </a:r>
          </a:p>
          <a:p>
            <a:pPr>
              <a:buClr>
                <a:schemeClr val="tx1"/>
              </a:buClr>
            </a:pPr>
            <a:r>
              <a:rPr lang="en-US" sz="2400">
                <a:solidFill>
                  <a:srgbClr val="0070C0"/>
                </a:solidFill>
                <a:latin typeface="Calibri" panose="020F0502020204030204" pitchFamily="34" charset="0"/>
                <a:cs typeface="Calibri" panose="020F0502020204030204" pitchFamily="34" charset="0"/>
              </a:rPr>
              <a:t>252 persons </a:t>
            </a:r>
          </a:p>
          <a:p>
            <a:pPr lvl="1">
              <a:buClr>
                <a:schemeClr val="tx1"/>
              </a:buClr>
            </a:pPr>
            <a:r>
              <a:rPr lang="en-US" sz="2400">
                <a:latin typeface="Calibri" panose="020F0502020204030204" pitchFamily="34" charset="0"/>
                <a:cs typeface="Calibri" panose="020F0502020204030204" pitchFamily="34" charset="0"/>
              </a:rPr>
              <a:t>Patients with PD and healthy individuals</a:t>
            </a:r>
          </a:p>
          <a:p>
            <a:pPr>
              <a:buClr>
                <a:schemeClr val="tx1"/>
              </a:buClr>
            </a:pPr>
            <a:r>
              <a:rPr lang="en-US" sz="2400">
                <a:latin typeface="Calibri" panose="020F0502020204030204" pitchFamily="34" charset="0"/>
                <a:cs typeface="Calibri" panose="020F0502020204030204" pitchFamily="34" charset="0"/>
              </a:rPr>
              <a:t>Data were split into </a:t>
            </a:r>
            <a:r>
              <a:rPr lang="en-US" sz="2400">
                <a:solidFill>
                  <a:srgbClr val="0070C0"/>
                </a:solidFill>
                <a:latin typeface="Calibri" panose="020F0502020204030204" pitchFamily="34" charset="0"/>
                <a:cs typeface="Calibri" panose="020F0502020204030204" pitchFamily="34" charset="0"/>
              </a:rPr>
              <a:t>training (n = 176) and test (n = 76) sets</a:t>
            </a:r>
          </a:p>
        </p:txBody>
      </p:sp>
    </p:spTree>
    <p:extLst>
      <p:ext uri="{BB962C8B-B14F-4D97-AF65-F5344CB8AC3E}">
        <p14:creationId xmlns:p14="http://schemas.microsoft.com/office/powerpoint/2010/main" val="34900722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ACA9B0-805C-E70B-0CAE-6EBE9A6CC0C8}"/>
              </a:ext>
            </a:extLst>
          </p:cNvPr>
          <p:cNvSpPr>
            <a:spLocks noGrp="1"/>
          </p:cNvSpPr>
          <p:nvPr>
            <p:ph type="title"/>
          </p:nvPr>
        </p:nvSpPr>
        <p:spPr>
          <a:xfrm>
            <a:off x="166577" y="423594"/>
            <a:ext cx="7143082" cy="1852976"/>
          </a:xfrm>
        </p:spPr>
        <p:txBody>
          <a:bodyPr>
            <a:normAutofit/>
          </a:bodyPr>
          <a:lstStyle/>
          <a:p>
            <a:r>
              <a:rPr lang="en-US" sz="4400">
                <a:latin typeface="Calibri" panose="020F0502020204030204" pitchFamily="34" charset="0"/>
                <a:cs typeface="Calibri" panose="020F0502020204030204" pitchFamily="34" charset="0"/>
              </a:rPr>
              <a:t>Primary outcome</a:t>
            </a:r>
          </a:p>
        </p:txBody>
      </p:sp>
      <p:sp>
        <p:nvSpPr>
          <p:cNvPr id="3" name="Content Placeholder 2">
            <a:extLst>
              <a:ext uri="{FF2B5EF4-FFF2-40B4-BE49-F238E27FC236}">
                <a16:creationId xmlns:a16="http://schemas.microsoft.com/office/drawing/2014/main" id="{98360C7F-251D-0F59-C3BC-1CA30B0A7D32}"/>
              </a:ext>
            </a:extLst>
          </p:cNvPr>
          <p:cNvSpPr>
            <a:spLocks noGrp="1"/>
          </p:cNvSpPr>
          <p:nvPr>
            <p:ph idx="1"/>
          </p:nvPr>
        </p:nvSpPr>
        <p:spPr>
          <a:xfrm>
            <a:off x="450847" y="2608532"/>
            <a:ext cx="5929422" cy="3322219"/>
          </a:xfrm>
        </p:spPr>
        <p:txBody>
          <a:bodyPr>
            <a:normAutofit/>
          </a:bodyPr>
          <a:lstStyle/>
          <a:p>
            <a:pPr>
              <a:buClr>
                <a:schemeClr val="tx1"/>
              </a:buClr>
            </a:pPr>
            <a:r>
              <a:rPr lang="en-US" sz="2400">
                <a:solidFill>
                  <a:srgbClr val="0070C0"/>
                </a:solidFill>
                <a:latin typeface="Calibri" panose="020F0502020204030204" pitchFamily="34" charset="0"/>
                <a:cs typeface="Calibri" panose="020F0502020204030204" pitchFamily="34" charset="0"/>
              </a:rPr>
              <a:t>Detection of PD </a:t>
            </a:r>
          </a:p>
          <a:p>
            <a:pPr lvl="1">
              <a:buClr>
                <a:schemeClr val="tx1"/>
              </a:buClr>
            </a:pPr>
            <a:r>
              <a:rPr lang="en-US" sz="2400">
                <a:latin typeface="Calibri" panose="020F0502020204030204" pitchFamily="34" charset="0"/>
                <a:cs typeface="Calibri" panose="020F0502020204030204" pitchFamily="34" charset="0"/>
              </a:rPr>
              <a:t>Patient with PD or healthy individual</a:t>
            </a:r>
          </a:p>
          <a:p>
            <a:pPr marL="0" indent="0">
              <a:buClr>
                <a:schemeClr val="tx1"/>
              </a:buClr>
              <a:buNone/>
            </a:pPr>
            <a:endParaRPr lang="en-US" sz="2400">
              <a:latin typeface="Calibri" panose="020F0502020204030204" pitchFamily="34" charset="0"/>
              <a:cs typeface="Calibri" panose="020F0502020204030204" pitchFamily="34" charset="0"/>
            </a:endParaRPr>
          </a:p>
        </p:txBody>
      </p:sp>
      <p:sp>
        <p:nvSpPr>
          <p:cNvPr id="7" name="Rectangle 10">
            <a:extLst>
              <a:ext uri="{FF2B5EF4-FFF2-40B4-BE49-F238E27FC236}">
                <a16:creationId xmlns:a16="http://schemas.microsoft.com/office/drawing/2014/main" id="{61707E60-CEC9-4661-AA82-69242EB4BD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chemeClr val="accent5"/>
              </a:gs>
              <a:gs pos="100000">
                <a:schemeClr val="accent2">
                  <a:lumMod val="60000"/>
                  <a:lumOff val="40000"/>
                  <a:alpha val="59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2">
            <a:extLst>
              <a:ext uri="{FF2B5EF4-FFF2-40B4-BE49-F238E27FC236}">
                <a16:creationId xmlns:a16="http://schemas.microsoft.com/office/drawing/2014/main" id="{8F035CD8-AE30-4146-96F2-036B0CE5E4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chemeClr val="accent6">
                  <a:lumMod val="75000"/>
                  <a:alpha val="61000"/>
                </a:schemeClr>
              </a:gs>
              <a:gs pos="99000">
                <a:schemeClr val="accent6">
                  <a:alpha val="87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4" descr="Desk with stethoscope and computer keyboard">
            <a:extLst>
              <a:ext uri="{FF2B5EF4-FFF2-40B4-BE49-F238E27FC236}">
                <a16:creationId xmlns:a16="http://schemas.microsoft.com/office/drawing/2014/main" id="{E97B78B3-BE50-885E-BB3A-F817D9DEF1CD}"/>
              </a:ext>
            </a:extLst>
          </p:cNvPr>
          <p:cNvPicPr>
            <a:picLocks noChangeAspect="1"/>
          </p:cNvPicPr>
          <p:nvPr/>
        </p:nvPicPr>
        <p:blipFill rotWithShape="1">
          <a:blip r:embed="rId3"/>
          <a:srcRect l="56277" r="1328" b="1"/>
          <a:stretch/>
        </p:blipFill>
        <p:spPr>
          <a:xfrm>
            <a:off x="8115300" y="-12515"/>
            <a:ext cx="4076700" cy="6418631"/>
          </a:xfrm>
          <a:prstGeom prst="rect">
            <a:avLst/>
          </a:prstGeom>
        </p:spPr>
      </p:pic>
    </p:spTree>
    <p:extLst>
      <p:ext uri="{BB962C8B-B14F-4D97-AF65-F5344CB8AC3E}">
        <p14:creationId xmlns:p14="http://schemas.microsoft.com/office/powerpoint/2010/main" val="14700414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7B758A-C6B6-6B5A-F32D-493580217911}"/>
              </a:ext>
            </a:extLst>
          </p:cNvPr>
          <p:cNvSpPr>
            <a:spLocks noGrp="1"/>
          </p:cNvSpPr>
          <p:nvPr>
            <p:ph type="title"/>
          </p:nvPr>
        </p:nvSpPr>
        <p:spPr>
          <a:xfrm>
            <a:off x="4618654" y="-821556"/>
            <a:ext cx="5929422" cy="1852976"/>
          </a:xfrm>
        </p:spPr>
        <p:txBody>
          <a:bodyPr>
            <a:normAutofit/>
          </a:bodyPr>
          <a:lstStyle/>
          <a:p>
            <a:r>
              <a:rPr lang="en-US" sz="4400">
                <a:latin typeface="Calibri" panose="020F0502020204030204" pitchFamily="34" charset="0"/>
                <a:cs typeface="Calibri" panose="020F0502020204030204" pitchFamily="34" charset="0"/>
              </a:rPr>
              <a:t>Measures</a:t>
            </a:r>
            <a:r>
              <a:rPr lang="en-US" sz="4000">
                <a:latin typeface="Calibri" panose="020F0502020204030204" pitchFamily="34" charset="0"/>
                <a:cs typeface="Calibri" panose="020F0502020204030204" pitchFamily="34" charset="0"/>
              </a:rPr>
              <a:t>	</a:t>
            </a:r>
          </a:p>
        </p:txBody>
      </p:sp>
      <p:sp>
        <p:nvSpPr>
          <p:cNvPr id="3" name="Content Placeholder 2">
            <a:extLst>
              <a:ext uri="{FF2B5EF4-FFF2-40B4-BE49-F238E27FC236}">
                <a16:creationId xmlns:a16="http://schemas.microsoft.com/office/drawing/2014/main" id="{8CBE65CC-C8C9-D86E-FF22-7CC7FF1F7590}"/>
              </a:ext>
            </a:extLst>
          </p:cNvPr>
          <p:cNvSpPr>
            <a:spLocks noGrp="1"/>
          </p:cNvSpPr>
          <p:nvPr>
            <p:ph idx="1"/>
          </p:nvPr>
        </p:nvSpPr>
        <p:spPr>
          <a:xfrm>
            <a:off x="568641" y="1288205"/>
            <a:ext cx="10539072" cy="3322219"/>
          </a:xfrm>
        </p:spPr>
        <p:txBody>
          <a:bodyPr>
            <a:noAutofit/>
          </a:bodyPr>
          <a:lstStyle/>
          <a:p>
            <a:pPr>
              <a:lnSpc>
                <a:spcPct val="110000"/>
              </a:lnSpc>
              <a:buClr>
                <a:schemeClr val="tx1"/>
              </a:buClr>
            </a:pPr>
            <a:r>
              <a:rPr lang="en-US" sz="2400">
                <a:solidFill>
                  <a:srgbClr val="0070C0"/>
                </a:solidFill>
                <a:latin typeface="Calibri" panose="020F0502020204030204" pitchFamily="34" charset="0"/>
                <a:cs typeface="Calibri" panose="020F0502020204030204" pitchFamily="34" charset="0"/>
              </a:rPr>
              <a:t>753 predictor variables </a:t>
            </a:r>
            <a:r>
              <a:rPr lang="en-US" sz="2400">
                <a:latin typeface="Calibri" panose="020F0502020204030204" pitchFamily="34" charset="0"/>
                <a:cs typeface="Calibri" panose="020F0502020204030204" pitchFamily="34" charset="0"/>
              </a:rPr>
              <a:t>(features)</a:t>
            </a:r>
          </a:p>
          <a:p>
            <a:pPr lvl="1">
              <a:lnSpc>
                <a:spcPct val="110000"/>
              </a:lnSpc>
              <a:buClr>
                <a:schemeClr val="tx1"/>
              </a:buClr>
            </a:pPr>
            <a:r>
              <a:rPr lang="en-US" sz="2400">
                <a:solidFill>
                  <a:srgbClr val="0070C0"/>
                </a:solidFill>
                <a:effectLst/>
                <a:latin typeface="Calibri" panose="020F0502020204030204" pitchFamily="34" charset="0"/>
                <a:cs typeface="Calibri" panose="020F0502020204030204" pitchFamily="34" charset="0"/>
              </a:rPr>
              <a:t>Baseline features</a:t>
            </a:r>
            <a:r>
              <a:rPr lang="en-US" sz="2400">
                <a:effectLst/>
                <a:latin typeface="Calibri" panose="020F0502020204030204" pitchFamily="34" charset="0"/>
                <a:cs typeface="Calibri" panose="020F0502020204030204" pitchFamily="34" charset="0"/>
              </a:rPr>
              <a:t>: </a:t>
            </a:r>
            <a:r>
              <a:rPr lang="en-US" sz="2400">
                <a:latin typeface="Calibri" panose="020F0502020204030204" pitchFamily="34" charset="0"/>
                <a:cs typeface="Calibri" panose="020F0502020204030204" pitchFamily="34" charset="0"/>
              </a:rPr>
              <a:t>J</a:t>
            </a:r>
            <a:r>
              <a:rPr lang="en-US" sz="2400">
                <a:effectLst/>
                <a:latin typeface="Calibri" panose="020F0502020204030204" pitchFamily="34" charset="0"/>
                <a:cs typeface="Calibri" panose="020F0502020204030204" pitchFamily="34" charset="0"/>
              </a:rPr>
              <a:t>itter and shimmer variances, fundamental frequency parameters, harmonicity parameters, Recurrence Time Density Entropy (RPDE), Detrended Fluctuation Analysis (DFA), and Pitch Period Entropy (PPE).</a:t>
            </a:r>
          </a:p>
          <a:p>
            <a:pPr lvl="1">
              <a:lnSpc>
                <a:spcPct val="110000"/>
              </a:lnSpc>
              <a:buClr>
                <a:schemeClr val="tx1"/>
              </a:buClr>
            </a:pPr>
            <a:r>
              <a:rPr lang="en-US" sz="2400">
                <a:solidFill>
                  <a:srgbClr val="0070C0"/>
                </a:solidFill>
                <a:effectLst/>
                <a:latin typeface="Calibri" panose="020F0502020204030204" pitchFamily="34" charset="0"/>
                <a:cs typeface="Calibri" panose="020F0502020204030204" pitchFamily="34" charset="0"/>
              </a:rPr>
              <a:t>Time frequency features</a:t>
            </a:r>
            <a:r>
              <a:rPr lang="en-US" sz="2400">
                <a:effectLst/>
                <a:latin typeface="Calibri" panose="020F0502020204030204" pitchFamily="34" charset="0"/>
                <a:cs typeface="Calibri" panose="020F0502020204030204" pitchFamily="34" charset="0"/>
              </a:rPr>
              <a:t>: intensity parameters, bandwidth, and format frequencies</a:t>
            </a:r>
          </a:p>
          <a:p>
            <a:pPr lvl="1">
              <a:lnSpc>
                <a:spcPct val="110000"/>
              </a:lnSpc>
              <a:buClr>
                <a:schemeClr val="tx1"/>
              </a:buClr>
            </a:pPr>
            <a:r>
              <a:rPr lang="en-US" sz="2400">
                <a:solidFill>
                  <a:srgbClr val="0070C0"/>
                </a:solidFill>
                <a:effectLst/>
                <a:latin typeface="Calibri" panose="020F0502020204030204" pitchFamily="34" charset="0"/>
                <a:cs typeface="Calibri" panose="020F0502020204030204" pitchFamily="34" charset="0"/>
              </a:rPr>
              <a:t>Mel Frequency Cepstral Coefficients</a:t>
            </a:r>
            <a:r>
              <a:rPr lang="en-US" sz="2400">
                <a:effectLst/>
                <a:latin typeface="Calibri" panose="020F0502020204030204" pitchFamily="34" charset="0"/>
                <a:cs typeface="Calibri" panose="020F0502020204030204" pitchFamily="34" charset="0"/>
              </a:rPr>
              <a:t>: 84 features</a:t>
            </a:r>
          </a:p>
          <a:p>
            <a:pPr lvl="1">
              <a:lnSpc>
                <a:spcPct val="110000"/>
              </a:lnSpc>
              <a:buClr>
                <a:schemeClr val="tx1"/>
              </a:buClr>
            </a:pPr>
            <a:r>
              <a:rPr lang="en-US" sz="2400">
                <a:solidFill>
                  <a:srgbClr val="0070C0"/>
                </a:solidFill>
                <a:effectLst/>
                <a:latin typeface="Calibri" panose="020F0502020204030204" pitchFamily="34" charset="0"/>
                <a:cs typeface="Calibri" panose="020F0502020204030204" pitchFamily="34" charset="0"/>
              </a:rPr>
              <a:t>Wavelet transform-based features</a:t>
            </a:r>
            <a:r>
              <a:rPr lang="en-US" sz="2400">
                <a:effectLst/>
                <a:latin typeface="Calibri" panose="020F0502020204030204" pitchFamily="34" charset="0"/>
                <a:cs typeface="Calibri" panose="020F0502020204030204" pitchFamily="34" charset="0"/>
              </a:rPr>
              <a:t>: 182 features</a:t>
            </a:r>
          </a:p>
          <a:p>
            <a:pPr lvl="1">
              <a:lnSpc>
                <a:spcPct val="110000"/>
              </a:lnSpc>
              <a:buClr>
                <a:schemeClr val="tx1"/>
              </a:buClr>
            </a:pPr>
            <a:r>
              <a:rPr lang="en-US" sz="2400">
                <a:solidFill>
                  <a:srgbClr val="0070C0"/>
                </a:solidFill>
                <a:effectLst/>
                <a:latin typeface="Calibri" panose="020F0502020204030204" pitchFamily="34" charset="0"/>
                <a:cs typeface="Calibri" panose="020F0502020204030204" pitchFamily="34" charset="0"/>
              </a:rPr>
              <a:t>Vocal fold features</a:t>
            </a:r>
            <a:r>
              <a:rPr lang="en-US" sz="2400">
                <a:effectLst/>
                <a:latin typeface="Calibri" panose="020F0502020204030204" pitchFamily="34" charset="0"/>
                <a:cs typeface="Calibri" panose="020F0502020204030204" pitchFamily="34" charset="0"/>
              </a:rPr>
              <a:t>: Glottis quotient (GQ), glottal to noise extraction (GNE), vocal fold excitation ratio (VFER), and empirical mode decomposition (EMD). </a:t>
            </a:r>
          </a:p>
          <a:p>
            <a:pPr lvl="1">
              <a:lnSpc>
                <a:spcPct val="110000"/>
              </a:lnSpc>
              <a:buClr>
                <a:schemeClr val="tx1"/>
              </a:buClr>
            </a:pPr>
            <a:r>
              <a:rPr lang="en-US" sz="2400">
                <a:solidFill>
                  <a:srgbClr val="0070C0"/>
                </a:solidFill>
                <a:effectLst/>
                <a:latin typeface="Calibri" panose="020F0502020204030204" pitchFamily="34" charset="0"/>
                <a:cs typeface="Calibri" panose="020F0502020204030204" pitchFamily="34" charset="0"/>
              </a:rPr>
              <a:t>Tunable Q-factor wavelet transform-based features</a:t>
            </a:r>
            <a:r>
              <a:rPr lang="en-US" sz="2400">
                <a:effectLst/>
                <a:latin typeface="Calibri" panose="020F0502020204030204" pitchFamily="34" charset="0"/>
                <a:cs typeface="Calibri" panose="020F0502020204030204" pitchFamily="34" charset="0"/>
              </a:rPr>
              <a:t>: 432 features</a:t>
            </a:r>
            <a:endParaRPr lang="en-US" sz="2400">
              <a:latin typeface="Calibri" panose="020F0502020204030204" pitchFamily="34" charset="0"/>
              <a:cs typeface="Calibri" panose="020F0502020204030204" pitchFamily="34" charset="0"/>
            </a:endParaRPr>
          </a:p>
          <a:p>
            <a:pPr lvl="1">
              <a:lnSpc>
                <a:spcPct val="110000"/>
              </a:lnSpc>
              <a:buClr>
                <a:schemeClr val="tx1"/>
              </a:buClr>
            </a:pPr>
            <a:endParaRPr lang="en-US" sz="2400">
              <a:latin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61707E60-CEC9-4661-AA82-69242EB4BD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chemeClr val="accent5"/>
              </a:gs>
              <a:gs pos="100000">
                <a:schemeClr val="accent2">
                  <a:lumMod val="60000"/>
                  <a:lumOff val="40000"/>
                  <a:alpha val="59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F035CD8-AE30-4146-96F2-036B0CE5E4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chemeClr val="accent6">
                  <a:lumMod val="75000"/>
                  <a:alpha val="61000"/>
                </a:schemeClr>
              </a:gs>
              <a:gs pos="99000">
                <a:schemeClr val="accent6">
                  <a:alpha val="87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592280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8">
            <a:extLst>
              <a:ext uri="{FF2B5EF4-FFF2-40B4-BE49-F238E27FC236}">
                <a16:creationId xmlns:a16="http://schemas.microsoft.com/office/drawing/2014/main" id="{E383CC5D-71E8-4CB2-8E4A-F1E4FF6DC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10">
            <a:extLst>
              <a:ext uri="{FF2B5EF4-FFF2-40B4-BE49-F238E27FC236}">
                <a16:creationId xmlns:a16="http://schemas.microsoft.com/office/drawing/2014/main" id="{E2DA5AC1-43C5-4243-9028-07DBB80D0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
            <a:ext cx="12192000" cy="1600201"/>
          </a:xfrm>
          <a:prstGeom prst="rect">
            <a:avLst/>
          </a:prstGeom>
          <a:gradFill>
            <a:gsLst>
              <a:gs pos="0">
                <a:schemeClr val="accent5">
                  <a:alpha val="83000"/>
                </a:schemeClr>
              </a:gs>
              <a:gs pos="100000">
                <a:schemeClr val="accent6"/>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2">
            <a:extLst>
              <a:ext uri="{FF2B5EF4-FFF2-40B4-BE49-F238E27FC236}">
                <a16:creationId xmlns:a16="http://schemas.microsoft.com/office/drawing/2014/main" id="{8A4EDA1C-27A1-4C83-ACE4-6675EC9245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9161" y="9109"/>
            <a:ext cx="7792839" cy="1594270"/>
          </a:xfrm>
          <a:prstGeom prst="rect">
            <a:avLst/>
          </a:prstGeom>
          <a:gradFill>
            <a:gsLst>
              <a:gs pos="22000">
                <a:schemeClr val="accent2">
                  <a:alpha val="0"/>
                </a:schemeClr>
              </a:gs>
              <a:gs pos="99000">
                <a:schemeClr val="accent2"/>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14">
            <a:extLst>
              <a:ext uri="{FF2B5EF4-FFF2-40B4-BE49-F238E27FC236}">
                <a16:creationId xmlns:a16="http://schemas.microsoft.com/office/drawing/2014/main" id="{1C2185E4-B584-4B9D-9440-DEA0FB9D94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9021976" y="-906246"/>
            <a:ext cx="1602951" cy="3416298"/>
          </a:xfrm>
          <a:prstGeom prst="rect">
            <a:avLst/>
          </a:prstGeom>
          <a:gradFill>
            <a:gsLst>
              <a:gs pos="45000">
                <a:schemeClr val="accent4">
                  <a:alpha val="0"/>
                </a:schemeClr>
              </a:gs>
              <a:gs pos="99000">
                <a:schemeClr val="accent6">
                  <a:alpha val="33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6">
            <a:extLst>
              <a:ext uri="{FF2B5EF4-FFF2-40B4-BE49-F238E27FC236}">
                <a16:creationId xmlns:a16="http://schemas.microsoft.com/office/drawing/2014/main" id="{FF33EC8A-EE0A-4395-97E2-DAD467CF73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451242" y="0"/>
            <a:ext cx="9729549" cy="1600198"/>
          </a:xfrm>
          <a:prstGeom prst="rect">
            <a:avLst/>
          </a:prstGeom>
          <a:gradFill>
            <a:gsLst>
              <a:gs pos="0">
                <a:schemeClr val="accent5">
                  <a:alpha val="30000"/>
                </a:schemeClr>
              </a:gs>
              <a:gs pos="99000">
                <a:schemeClr val="accent5">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8">
            <a:extLst>
              <a:ext uri="{FF2B5EF4-FFF2-40B4-BE49-F238E27FC236}">
                <a16:creationId xmlns:a16="http://schemas.microsoft.com/office/drawing/2014/main" id="{FF85DA95-16A4-404E-9BFF-27F8E4FC78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430"/>
            <a:ext cx="7910111" cy="1600198"/>
          </a:xfrm>
          <a:prstGeom prst="rect">
            <a:avLst/>
          </a:prstGeom>
          <a:gradFill>
            <a:gsLst>
              <a:gs pos="0">
                <a:schemeClr val="accent5">
                  <a:alpha val="21000"/>
                </a:schemeClr>
              </a:gs>
              <a:gs pos="99000">
                <a:schemeClr val="accent5">
                  <a:alpha val="0"/>
                </a:scheme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1B7EC9-29F1-D062-260C-1E97A6D610DB}"/>
              </a:ext>
            </a:extLst>
          </p:cNvPr>
          <p:cNvSpPr>
            <a:spLocks noGrp="1"/>
          </p:cNvSpPr>
          <p:nvPr>
            <p:ph type="title"/>
          </p:nvPr>
        </p:nvSpPr>
        <p:spPr>
          <a:xfrm>
            <a:off x="1157084" y="374427"/>
            <a:ext cx="10374517" cy="971512"/>
          </a:xfrm>
        </p:spPr>
        <p:txBody>
          <a:bodyPr anchor="ctr">
            <a:normAutofit/>
          </a:bodyPr>
          <a:lstStyle/>
          <a:p>
            <a:r>
              <a:rPr lang="en-US" sz="4400">
                <a:solidFill>
                  <a:schemeClr val="bg1"/>
                </a:solidFill>
                <a:latin typeface="Calibri" panose="020F0502020204030204" pitchFamily="34" charset="0"/>
                <a:cs typeface="Calibri" panose="020F0502020204030204" pitchFamily="34" charset="0"/>
              </a:rPr>
              <a:t>Statistical analysis</a:t>
            </a:r>
          </a:p>
        </p:txBody>
      </p:sp>
      <p:graphicFrame>
        <p:nvGraphicFramePr>
          <p:cNvPr id="16" name="Content Placeholder 2">
            <a:extLst>
              <a:ext uri="{FF2B5EF4-FFF2-40B4-BE49-F238E27FC236}">
                <a16:creationId xmlns:a16="http://schemas.microsoft.com/office/drawing/2014/main" id="{71BFE74B-B683-2F62-80BA-D301B7DE5F5A}"/>
              </a:ext>
            </a:extLst>
          </p:cNvPr>
          <p:cNvGraphicFramePr>
            <a:graphicFrameLocks noGrp="1"/>
          </p:cNvGraphicFramePr>
          <p:nvPr>
            <p:ph idx="1"/>
            <p:extLst>
              <p:ext uri="{D42A27DB-BD31-4B8C-83A1-F6EECF244321}">
                <p14:modId xmlns:p14="http://schemas.microsoft.com/office/powerpoint/2010/main" val="676132183"/>
              </p:ext>
            </p:extLst>
          </p:nvPr>
        </p:nvGraphicFramePr>
        <p:xfrm>
          <a:off x="406968" y="2132895"/>
          <a:ext cx="11378064" cy="418922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400868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8">
            <a:extLst>
              <a:ext uri="{FF2B5EF4-FFF2-40B4-BE49-F238E27FC236}">
                <a16:creationId xmlns:a16="http://schemas.microsoft.com/office/drawing/2014/main" id="{E383CC5D-71E8-4CB2-8E4A-F1E4FF6DC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0">
            <a:extLst>
              <a:ext uri="{FF2B5EF4-FFF2-40B4-BE49-F238E27FC236}">
                <a16:creationId xmlns:a16="http://schemas.microsoft.com/office/drawing/2014/main" id="{E2DA5AC1-43C5-4243-9028-07DBB80D0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
            <a:ext cx="12192000" cy="1600201"/>
          </a:xfrm>
          <a:prstGeom prst="rect">
            <a:avLst/>
          </a:prstGeom>
          <a:gradFill>
            <a:gsLst>
              <a:gs pos="0">
                <a:schemeClr val="accent5">
                  <a:alpha val="83000"/>
                </a:schemeClr>
              </a:gs>
              <a:gs pos="100000">
                <a:schemeClr val="accent6"/>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2">
            <a:extLst>
              <a:ext uri="{FF2B5EF4-FFF2-40B4-BE49-F238E27FC236}">
                <a16:creationId xmlns:a16="http://schemas.microsoft.com/office/drawing/2014/main" id="{8A4EDA1C-27A1-4C83-ACE4-6675EC9245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9161" y="9109"/>
            <a:ext cx="7792839" cy="1594270"/>
          </a:xfrm>
          <a:prstGeom prst="rect">
            <a:avLst/>
          </a:prstGeom>
          <a:gradFill>
            <a:gsLst>
              <a:gs pos="22000">
                <a:schemeClr val="accent2">
                  <a:alpha val="0"/>
                </a:schemeClr>
              </a:gs>
              <a:gs pos="99000">
                <a:schemeClr val="accent2"/>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C2185E4-B584-4B9D-9440-DEA0FB9D94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9021976" y="-906246"/>
            <a:ext cx="1602951" cy="3416298"/>
          </a:xfrm>
          <a:prstGeom prst="rect">
            <a:avLst/>
          </a:prstGeom>
          <a:gradFill>
            <a:gsLst>
              <a:gs pos="45000">
                <a:schemeClr val="accent4">
                  <a:alpha val="0"/>
                </a:schemeClr>
              </a:gs>
              <a:gs pos="99000">
                <a:schemeClr val="accent6">
                  <a:alpha val="33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F33EC8A-EE0A-4395-97E2-DAD467CF73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451242" y="0"/>
            <a:ext cx="9729549" cy="1600198"/>
          </a:xfrm>
          <a:prstGeom prst="rect">
            <a:avLst/>
          </a:prstGeom>
          <a:gradFill>
            <a:gsLst>
              <a:gs pos="0">
                <a:schemeClr val="accent5">
                  <a:alpha val="30000"/>
                </a:schemeClr>
              </a:gs>
              <a:gs pos="99000">
                <a:schemeClr val="accent5">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FF85DA95-16A4-404E-9BFF-27F8E4FC78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430"/>
            <a:ext cx="7910111" cy="1600198"/>
          </a:xfrm>
          <a:prstGeom prst="rect">
            <a:avLst/>
          </a:prstGeom>
          <a:gradFill>
            <a:gsLst>
              <a:gs pos="0">
                <a:schemeClr val="accent5">
                  <a:alpha val="21000"/>
                </a:schemeClr>
              </a:gs>
              <a:gs pos="99000">
                <a:schemeClr val="accent5">
                  <a:alpha val="0"/>
                </a:scheme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E2E28D-CF5C-7278-12D9-AC37EB3332D9}"/>
              </a:ext>
            </a:extLst>
          </p:cNvPr>
          <p:cNvSpPr>
            <a:spLocks noGrp="1"/>
          </p:cNvSpPr>
          <p:nvPr>
            <p:ph type="title"/>
          </p:nvPr>
        </p:nvSpPr>
        <p:spPr>
          <a:xfrm>
            <a:off x="409599" y="372599"/>
            <a:ext cx="11122002" cy="971512"/>
          </a:xfrm>
        </p:spPr>
        <p:txBody>
          <a:bodyPr anchor="ctr">
            <a:noAutofit/>
          </a:bodyPr>
          <a:lstStyle/>
          <a:p>
            <a:r>
              <a:rPr lang="en-US" sz="4400">
                <a:solidFill>
                  <a:schemeClr val="bg1"/>
                </a:solidFill>
                <a:latin typeface="Calibri" panose="020F0502020204030204" pitchFamily="34" charset="0"/>
                <a:cs typeface="Calibri" panose="020F0502020204030204" pitchFamily="34" charset="0"/>
              </a:rPr>
              <a:t>Machine learning algorithms</a:t>
            </a:r>
          </a:p>
        </p:txBody>
      </p:sp>
      <p:graphicFrame>
        <p:nvGraphicFramePr>
          <p:cNvPr id="21" name="Content Placeholder 2">
            <a:extLst>
              <a:ext uri="{FF2B5EF4-FFF2-40B4-BE49-F238E27FC236}">
                <a16:creationId xmlns:a16="http://schemas.microsoft.com/office/drawing/2014/main" id="{5D18B2F7-0081-D938-CFD7-534EA85C104C}"/>
              </a:ext>
            </a:extLst>
          </p:cNvPr>
          <p:cNvGraphicFramePr>
            <a:graphicFrameLocks noGrp="1"/>
          </p:cNvGraphicFramePr>
          <p:nvPr>
            <p:ph idx="1"/>
            <p:extLst>
              <p:ext uri="{D42A27DB-BD31-4B8C-83A1-F6EECF244321}">
                <p14:modId xmlns:p14="http://schemas.microsoft.com/office/powerpoint/2010/main" val="3209328490"/>
              </p:ext>
            </p:extLst>
          </p:nvPr>
        </p:nvGraphicFramePr>
        <p:xfrm>
          <a:off x="579474" y="2062715"/>
          <a:ext cx="11033029" cy="418922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740364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2406F-2DAA-5466-9F7B-F60E533290FE}"/>
              </a:ext>
            </a:extLst>
          </p:cNvPr>
          <p:cNvSpPr>
            <a:spLocks noGrp="1"/>
          </p:cNvSpPr>
          <p:nvPr>
            <p:ph type="title"/>
          </p:nvPr>
        </p:nvSpPr>
        <p:spPr>
          <a:xfrm>
            <a:off x="975360" y="315843"/>
            <a:ext cx="10241280" cy="1234440"/>
          </a:xfrm>
        </p:spPr>
        <p:txBody>
          <a:bodyPr>
            <a:normAutofit/>
          </a:bodyPr>
          <a:lstStyle/>
          <a:p>
            <a:r>
              <a:rPr lang="en-US" sz="4400">
                <a:latin typeface="Calibri" panose="020F0502020204030204" pitchFamily="34" charset="0"/>
                <a:cs typeface="Calibri" panose="020F0502020204030204" pitchFamily="34" charset="0"/>
              </a:rPr>
              <a:t>Model improvement</a:t>
            </a:r>
          </a:p>
        </p:txBody>
      </p:sp>
      <p:graphicFrame>
        <p:nvGraphicFramePr>
          <p:cNvPr id="21" name="Content Placeholder 2">
            <a:extLst>
              <a:ext uri="{FF2B5EF4-FFF2-40B4-BE49-F238E27FC236}">
                <a16:creationId xmlns:a16="http://schemas.microsoft.com/office/drawing/2014/main" id="{633399D3-9244-A1CF-8D50-580E7C159F83}"/>
              </a:ext>
            </a:extLst>
          </p:cNvPr>
          <p:cNvGraphicFramePr>
            <a:graphicFrameLocks noGrp="1"/>
          </p:cNvGraphicFramePr>
          <p:nvPr>
            <p:ph idx="1"/>
            <p:extLst>
              <p:ext uri="{D42A27DB-BD31-4B8C-83A1-F6EECF244321}">
                <p14:modId xmlns:p14="http://schemas.microsoft.com/office/powerpoint/2010/main" val="614270189"/>
              </p:ext>
            </p:extLst>
          </p:nvPr>
        </p:nvGraphicFramePr>
        <p:xfrm>
          <a:off x="975360" y="2103120"/>
          <a:ext cx="10241280" cy="39593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520021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BD4C0BBB-0042-4603-A226-6117F3FD5B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EC44F520-2598-460E-9F91-B02F60830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 name="Rectangle 29">
            <a:extLst>
              <a:ext uri="{FF2B5EF4-FFF2-40B4-BE49-F238E27FC236}">
                <a16:creationId xmlns:a16="http://schemas.microsoft.com/office/drawing/2014/main" id="{1DBC8414-BE7E-4B6C-A114-B2C3795C88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0EC398C5-5C2E-4038-9DB3-DE2B5A9BEF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09318" y="1410082"/>
            <a:ext cx="6858000" cy="4037835"/>
          </a:xfrm>
          <a:prstGeom prst="rect">
            <a:avLst/>
          </a:prstGeom>
          <a:gradFill>
            <a:gsLst>
              <a:gs pos="8000">
                <a:schemeClr val="accent6"/>
              </a:gs>
              <a:gs pos="100000">
                <a:schemeClr val="accent5">
                  <a:alpha val="89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A2F10B26-073B-4B10-8AAA-161242DD82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53806" y="1153804"/>
            <a:ext cx="6346209" cy="4038601"/>
          </a:xfrm>
          <a:prstGeom prst="rect">
            <a:avLst/>
          </a:prstGeom>
          <a:gradFill>
            <a:gsLst>
              <a:gs pos="0">
                <a:schemeClr val="accent5">
                  <a:lumMod val="60000"/>
                  <a:lumOff val="40000"/>
                  <a:alpha val="0"/>
                </a:schemeClr>
              </a:gs>
              <a:gs pos="99000">
                <a:schemeClr val="accent2">
                  <a:alpha val="92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610DBBC7-698F-4A54-B1CB-A99F9CC356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59574" y="3578975"/>
            <a:ext cx="2502407" cy="4055644"/>
          </a:xfrm>
          <a:prstGeom prst="rect">
            <a:avLst/>
          </a:prstGeom>
          <a:gradFill>
            <a:gsLst>
              <a:gs pos="2000">
                <a:schemeClr val="accent5">
                  <a:alpha val="28000"/>
                </a:schemeClr>
              </a:gs>
              <a:gs pos="100000">
                <a:schemeClr val="accent4">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DE6E822A-8BCF-432C-83E6-BBE821476C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13000">
                <a:schemeClr val="accent4">
                  <a:lumMod val="20000"/>
                  <a:lumOff val="80000"/>
                  <a:alpha val="2000"/>
                </a:schemeClr>
              </a:gs>
              <a:gs pos="100000">
                <a:schemeClr val="accent6">
                  <a:alpha val="29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875EA01-E19E-C705-BA32-FD8A4EEE9D05}"/>
              </a:ext>
            </a:extLst>
          </p:cNvPr>
          <p:cNvSpPr>
            <a:spLocks noGrp="1"/>
          </p:cNvSpPr>
          <p:nvPr>
            <p:ph type="title"/>
          </p:nvPr>
        </p:nvSpPr>
        <p:spPr>
          <a:xfrm>
            <a:off x="200967" y="691365"/>
            <a:ext cx="3509889" cy="3406187"/>
          </a:xfrm>
        </p:spPr>
        <p:txBody>
          <a:bodyPr vert="horz" lIns="0" tIns="0" rIns="0" bIns="0" rtlCol="0" anchor="b">
            <a:normAutofit/>
          </a:bodyPr>
          <a:lstStyle/>
          <a:p>
            <a:r>
              <a:rPr lang="en-US" sz="4400" spc="750">
                <a:solidFill>
                  <a:schemeClr val="bg1"/>
                </a:solidFill>
                <a:latin typeface="Calibri" panose="020F0502020204030204" pitchFamily="34" charset="0"/>
                <a:cs typeface="Calibri" panose="020F0502020204030204" pitchFamily="34" charset="0"/>
              </a:rPr>
              <a:t>Results- Training accuracy</a:t>
            </a:r>
          </a:p>
        </p:txBody>
      </p:sp>
      <mc:AlternateContent xmlns:mc="http://schemas.openxmlformats.org/markup-compatibility/2006">
        <mc:Choice xmlns:a14="http://schemas.microsoft.com/office/drawing/2010/main" Requires="a14">
          <p:graphicFrame>
            <p:nvGraphicFramePr>
              <p:cNvPr id="4" name="Content Placeholder 3">
                <a:extLst>
                  <a:ext uri="{FF2B5EF4-FFF2-40B4-BE49-F238E27FC236}">
                    <a16:creationId xmlns:a16="http://schemas.microsoft.com/office/drawing/2014/main" id="{F6F5A0AB-1518-1E45-80F5-32593DE73DFE}"/>
                  </a:ext>
                </a:extLst>
              </p:cNvPr>
              <p:cNvGraphicFramePr>
                <a:graphicFrameLocks noGrp="1"/>
              </p:cNvGraphicFramePr>
              <p:nvPr>
                <p:ph idx="1"/>
                <p:extLst>
                  <p:ext uri="{D42A27DB-BD31-4B8C-83A1-F6EECF244321}">
                    <p14:modId xmlns:p14="http://schemas.microsoft.com/office/powerpoint/2010/main" val="737760006"/>
                  </p:ext>
                </p:extLst>
              </p:nvPr>
            </p:nvGraphicFramePr>
            <p:xfrm>
              <a:off x="4108566" y="108197"/>
              <a:ext cx="7999725" cy="6367284"/>
            </p:xfrm>
            <a:graphic>
              <a:graphicData uri="http://schemas.openxmlformats.org/drawingml/2006/table">
                <a:tbl>
                  <a:tblPr firstRow="1" bandRow="1">
                    <a:noFill/>
                    <a:tableStyleId>{D113A9D2-9D6B-4929-AA2D-F23B5EE8CBE7}</a:tableStyleId>
                  </a:tblPr>
                  <a:tblGrid>
                    <a:gridCol w="3611677">
                      <a:extLst>
                        <a:ext uri="{9D8B030D-6E8A-4147-A177-3AD203B41FA5}">
                          <a16:colId xmlns:a16="http://schemas.microsoft.com/office/drawing/2014/main" val="1097348771"/>
                        </a:ext>
                      </a:extLst>
                    </a:gridCol>
                    <a:gridCol w="1357421">
                      <a:extLst>
                        <a:ext uri="{9D8B030D-6E8A-4147-A177-3AD203B41FA5}">
                          <a16:colId xmlns:a16="http://schemas.microsoft.com/office/drawing/2014/main" val="858953102"/>
                        </a:ext>
                      </a:extLst>
                    </a:gridCol>
                    <a:gridCol w="1049243">
                      <a:extLst>
                        <a:ext uri="{9D8B030D-6E8A-4147-A177-3AD203B41FA5}">
                          <a16:colId xmlns:a16="http://schemas.microsoft.com/office/drawing/2014/main" val="1650358817"/>
                        </a:ext>
                      </a:extLst>
                    </a:gridCol>
                    <a:gridCol w="1981384">
                      <a:extLst>
                        <a:ext uri="{9D8B030D-6E8A-4147-A177-3AD203B41FA5}">
                          <a16:colId xmlns:a16="http://schemas.microsoft.com/office/drawing/2014/main" val="4032628352"/>
                        </a:ext>
                      </a:extLst>
                    </a:gridCol>
                  </a:tblGrid>
                  <a:tr h="688176">
                    <a:tc gridSpan="4">
                      <a:txBody>
                        <a:bodyPr/>
                        <a:lstStyle/>
                        <a:p>
                          <a:pPr algn="just" rtl="0" fontAlgn="base"/>
                          <a:r>
                            <a:rPr lang="en-US" sz="2200" b="0" i="0" cap="none" spc="60">
                              <a:solidFill>
                                <a:schemeClr val="bg1"/>
                              </a:solidFill>
                              <a:effectLst/>
                              <a:latin typeface="Calibri" panose="020F0502020204030204" pitchFamily="34" charset="0"/>
                              <a:cs typeface="Calibri" panose="020F0502020204030204" pitchFamily="34" charset="0"/>
                            </a:rPr>
                            <a:t>Table 1: Training Accuracy and Cohen’s Kappa for all Classification Methods </a:t>
                          </a:r>
                        </a:p>
                      </a:txBody>
                      <a:tcPr marL="45659" marR="45659" marT="98814" marB="22830" anchor="ctr">
                        <a:lnL w="12700" cmpd="sng">
                          <a:noFill/>
                        </a:lnL>
                        <a:lnR w="12700" cmpd="sng">
                          <a:noFill/>
                        </a:lnR>
                        <a:lnT w="19050" cap="flat" cmpd="sng" algn="ctr">
                          <a:noFill/>
                          <a:prstDash val="solid"/>
                        </a:lnT>
                        <a:lnB w="38100" cmpd="sng">
                          <a:noFill/>
                        </a:lnB>
                        <a:solidFill>
                          <a:schemeClr val="accent3"/>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706188885"/>
                      </a:ext>
                    </a:extLst>
                  </a:tr>
                  <a:tr h="391734">
                    <a:tc>
                      <a:txBody>
                        <a:bodyPr/>
                        <a:lstStyle/>
                        <a:p>
                          <a:pPr algn="ctr" rtl="0" fontAlgn="base"/>
                          <a:r>
                            <a:rPr lang="en-US" sz="2200" b="1" i="0" cap="none" spc="0">
                              <a:solidFill>
                                <a:schemeClr val="tx1"/>
                              </a:solidFill>
                              <a:effectLst/>
                              <a:latin typeface="Calibri" panose="020F0502020204030204" pitchFamily="34" charset="0"/>
                              <a:cs typeface="Calibri" panose="020F0502020204030204" pitchFamily="34" charset="0"/>
                            </a:rPr>
                            <a:t>Models </a:t>
                          </a:r>
                        </a:p>
                      </a:txBody>
                      <a:tcPr marL="45659" marR="45659" marT="98814" marB="22830">
                        <a:lnL w="12700" cmpd="sng">
                          <a:noFill/>
                          <a:prstDash val="solid"/>
                        </a:lnL>
                        <a:lnR w="12700" cmpd="sng">
                          <a:noFill/>
                          <a:prstDash val="solid"/>
                        </a:lnR>
                        <a:lnT w="38100" cmpd="sng">
                          <a:noFill/>
                        </a:lnT>
                        <a:lnB w="12700" cap="flat" cmpd="sng" algn="ctr">
                          <a:noFill/>
                          <a:prstDash val="solid"/>
                        </a:lnB>
                        <a:noFill/>
                      </a:tcPr>
                    </a:tc>
                    <a:tc>
                      <a:txBody>
                        <a:bodyPr/>
                        <a:lstStyle/>
                        <a:p>
                          <a:pPr algn="ctr" rtl="0" fontAlgn="base"/>
                          <a:r>
                            <a:rPr lang="en-US" sz="2200" b="1" i="0" cap="none" spc="0">
                              <a:solidFill>
                                <a:schemeClr val="tx1"/>
                              </a:solidFill>
                              <a:effectLst/>
                              <a:latin typeface="Calibri" panose="020F0502020204030204" pitchFamily="34" charset="0"/>
                              <a:cs typeface="Calibri" panose="020F0502020204030204" pitchFamily="34" charset="0"/>
                            </a:rPr>
                            <a:t>Accuracy </a:t>
                          </a:r>
                        </a:p>
                      </a:txBody>
                      <a:tcPr marL="45659" marR="45659" marT="98814" marB="22830">
                        <a:lnL w="12700" cmpd="sng">
                          <a:noFill/>
                          <a:prstDash val="solid"/>
                        </a:lnL>
                        <a:lnR w="12700" cmpd="sng">
                          <a:noFill/>
                          <a:prstDash val="solid"/>
                        </a:lnR>
                        <a:lnT w="38100" cmpd="sng">
                          <a:noFill/>
                        </a:lnT>
                        <a:lnB w="12700" cap="flat" cmpd="sng" algn="ctr">
                          <a:noFill/>
                          <a:prstDash val="solid"/>
                        </a:lnB>
                        <a:noFill/>
                      </a:tcPr>
                    </a:tc>
                    <a:tc>
                      <a:txBody>
                        <a:bodyPr/>
                        <a:lstStyle/>
                        <a:p>
                          <a:pPr algn="ctr" rtl="0" fontAlgn="base"/>
                          <a:r>
                            <a:rPr lang="en-US" sz="2200" b="1" i="0" cap="none" spc="0">
                              <a:solidFill>
                                <a:schemeClr val="tx1"/>
                              </a:solidFill>
                              <a:effectLst/>
                              <a:latin typeface="Calibri" panose="020F0502020204030204" pitchFamily="34" charset="0"/>
                              <a:cs typeface="Calibri" panose="020F0502020204030204" pitchFamily="34" charset="0"/>
                            </a:rPr>
                            <a:t>Kappa </a:t>
                          </a:r>
                        </a:p>
                      </a:txBody>
                      <a:tcPr marL="45659" marR="45659" marT="98814" marB="22830">
                        <a:lnL w="12700" cmpd="sng">
                          <a:noFill/>
                          <a:prstDash val="solid"/>
                        </a:lnL>
                        <a:lnR w="12700" cmpd="sng">
                          <a:noFill/>
                          <a:prstDash val="solid"/>
                        </a:lnR>
                        <a:lnT w="38100" cmpd="sng">
                          <a:noFill/>
                        </a:lnT>
                        <a:lnB w="12700" cap="flat" cmpd="sng" algn="ctr">
                          <a:noFill/>
                          <a:prstDash val="solid"/>
                        </a:lnB>
                        <a:noFill/>
                      </a:tcPr>
                    </a:tc>
                    <a:tc>
                      <a:txBody>
                        <a:bodyPr/>
                        <a:lstStyle/>
                        <a:p>
                          <a:pPr algn="ctr" rtl="0" fontAlgn="base"/>
                          <a:r>
                            <a:rPr lang="en-US" sz="2200" b="1" i="0" cap="none" spc="0">
                              <a:solidFill>
                                <a:schemeClr val="tx1"/>
                              </a:solidFill>
                              <a:effectLst/>
                              <a:latin typeface="Calibri" panose="020F0502020204030204" pitchFamily="34" charset="0"/>
                              <a:cs typeface="Calibri" panose="020F0502020204030204" pitchFamily="34" charset="0"/>
                            </a:rPr>
                            <a:t>Parameters </a:t>
                          </a:r>
                        </a:p>
                      </a:txBody>
                      <a:tcPr marL="45659" marR="45659" marT="98814" marB="22830">
                        <a:lnL w="12700" cmpd="sng">
                          <a:noFill/>
                          <a:prstDash val="solid"/>
                        </a:lnL>
                        <a:lnR w="12700" cmpd="sng">
                          <a:noFill/>
                          <a:prstDash val="solid"/>
                        </a:lnR>
                        <a:lnT w="38100" cmpd="sng">
                          <a:noFill/>
                        </a:lnT>
                        <a:lnB w="12700" cap="flat" cmpd="sng" algn="ctr">
                          <a:noFill/>
                          <a:prstDash val="solid"/>
                        </a:lnB>
                        <a:noFill/>
                      </a:tcPr>
                    </a:tc>
                    <a:extLst>
                      <a:ext uri="{0D108BD9-81ED-4DB2-BD59-A6C34878D82A}">
                        <a16:rowId xmlns:a16="http://schemas.microsoft.com/office/drawing/2014/main" val="2609803825"/>
                      </a:ext>
                    </a:extLst>
                  </a:tr>
                  <a:tr h="391734">
                    <a:tc gridSpan="4">
                      <a:txBody>
                        <a:bodyPr/>
                        <a:lstStyle/>
                        <a:p>
                          <a:pPr algn="ctr" rtl="0" fontAlgn="base"/>
                          <a:r>
                            <a:rPr lang="en-US" sz="2200" b="1" i="0" cap="none" spc="0">
                              <a:solidFill>
                                <a:schemeClr val="tx1"/>
                              </a:solidFill>
                              <a:effectLst/>
                              <a:latin typeface="Calibri" panose="020F0502020204030204" pitchFamily="34" charset="0"/>
                              <a:cs typeface="Calibri" panose="020F0502020204030204" pitchFamily="34" charset="0"/>
                            </a:rPr>
                            <a:t>Parametric Methods </a:t>
                          </a:r>
                        </a:p>
                      </a:txBody>
                      <a:tcPr marL="45659" marR="45659" marT="98814" marB="22830">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588857949"/>
                      </a:ext>
                    </a:extLst>
                  </a:tr>
                  <a:tr h="391734">
                    <a:tc>
                      <a:txBody>
                        <a:bodyPr/>
                        <a:lstStyle/>
                        <a:p>
                          <a:pPr algn="l" rtl="0" fontAlgn="base"/>
                          <a:r>
                            <a:rPr lang="en-US" sz="2200" b="0" i="0" cap="none" spc="0">
                              <a:solidFill>
                                <a:schemeClr val="tx1"/>
                              </a:solidFill>
                              <a:effectLst/>
                              <a:latin typeface="Calibri" panose="020F0502020204030204" pitchFamily="34" charset="0"/>
                              <a:cs typeface="Calibri" panose="020F0502020204030204" pitchFamily="34" charset="0"/>
                            </a:rPr>
                            <a:t>Multiple Logistic Regression </a:t>
                          </a:r>
                        </a:p>
                      </a:txBody>
                      <a:tcPr marL="45659" marR="45659" marT="98814" marB="22830">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ctr" rtl="0" fontAlgn="base"/>
                          <a:r>
                            <a:rPr lang="en-US" sz="2200" b="0" i="0" cap="none" spc="0">
                              <a:solidFill>
                                <a:schemeClr val="tx1"/>
                              </a:solidFill>
                              <a:effectLst/>
                              <a:latin typeface="Calibri" panose="020F0502020204030204" pitchFamily="34" charset="0"/>
                              <a:cs typeface="Calibri" panose="020F0502020204030204" pitchFamily="34" charset="0"/>
                            </a:rPr>
                            <a:t>0.4966 </a:t>
                          </a:r>
                        </a:p>
                      </a:txBody>
                      <a:tcPr marL="45659" marR="45659" marT="98814" marB="22830"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ctr" rtl="0" fontAlgn="base"/>
                          <a:r>
                            <a:rPr lang="en-US" sz="2200" b="0" i="0" cap="none" spc="0">
                              <a:solidFill>
                                <a:schemeClr val="tx1"/>
                              </a:solidFill>
                              <a:effectLst/>
                              <a:latin typeface="Calibri" panose="020F0502020204030204" pitchFamily="34" charset="0"/>
                              <a:cs typeface="Calibri" panose="020F0502020204030204" pitchFamily="34" charset="0"/>
                            </a:rPr>
                            <a:t>0.022</a:t>
                          </a:r>
                          <a:r>
                            <a:rPr lang="en-US" sz="2200" b="0" i="0" u="sng" cap="none" spc="0">
                              <a:solidFill>
                                <a:schemeClr val="tx1"/>
                              </a:solidFill>
                              <a:effectLst/>
                              <a:latin typeface="Calibri" panose="020F0502020204030204" pitchFamily="34" charset="0"/>
                              <a:cs typeface="Calibri" panose="020F0502020204030204" pitchFamily="34" charset="0"/>
                            </a:rPr>
                            <a:t>0</a:t>
                          </a:r>
                          <a:r>
                            <a:rPr lang="en-US" sz="2200" b="0" i="0" cap="none" spc="0">
                              <a:solidFill>
                                <a:schemeClr val="tx1"/>
                              </a:solidFill>
                              <a:effectLst/>
                              <a:latin typeface="Calibri" panose="020F0502020204030204" pitchFamily="34" charset="0"/>
                              <a:cs typeface="Calibri" panose="020F0502020204030204" pitchFamily="34" charset="0"/>
                            </a:rPr>
                            <a:t> </a:t>
                          </a:r>
                        </a:p>
                      </a:txBody>
                      <a:tcPr marL="45659" marR="45659" marT="98814" marB="22830"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ctr" rtl="0" fontAlgn="base"/>
                          <a:r>
                            <a:rPr lang="en-US" sz="2200" b="0" i="0" cap="none" spc="0">
                              <a:solidFill>
                                <a:schemeClr val="tx1"/>
                              </a:solidFill>
                              <a:effectLst/>
                              <a:latin typeface="Calibri" panose="020F0502020204030204" pitchFamily="34" charset="0"/>
                              <a:cs typeface="Calibri" panose="020F0502020204030204" pitchFamily="34" charset="0"/>
                            </a:rPr>
                            <a:t>- </a:t>
                          </a:r>
                        </a:p>
                      </a:txBody>
                      <a:tcPr marL="45659" marR="45659" marT="98814" marB="22830" anchor="ctr">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2272328133"/>
                      </a:ext>
                    </a:extLst>
                  </a:tr>
                  <a:tr h="622300">
                    <a:tc>
                      <a:txBody>
                        <a:bodyPr/>
                        <a:lstStyle/>
                        <a:p>
                          <a:pPr algn="l" rtl="0" fontAlgn="base"/>
                          <a:r>
                            <a:rPr lang="en-US" sz="2200" b="0" i="0" cap="none" spc="0">
                              <a:solidFill>
                                <a:schemeClr val="tx1"/>
                              </a:solidFill>
                              <a:effectLst/>
                              <a:latin typeface="Calibri" panose="020F0502020204030204" pitchFamily="34" charset="0"/>
                              <a:cs typeface="Calibri" panose="020F0502020204030204" pitchFamily="34" charset="0"/>
                            </a:rPr>
                            <a:t>Quadratic Discriminant Analysis (QDA) </a:t>
                          </a:r>
                        </a:p>
                      </a:txBody>
                      <a:tcPr marL="45659" marR="45659" marT="98814" marB="22830">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rtl="0" fontAlgn="base"/>
                          <a:r>
                            <a:rPr lang="en-US" sz="2200" b="0" i="0" cap="none" spc="0">
                              <a:solidFill>
                                <a:schemeClr val="tx1"/>
                              </a:solidFill>
                              <a:effectLst/>
                              <a:latin typeface="Calibri" panose="020F0502020204030204" pitchFamily="34" charset="0"/>
                              <a:cs typeface="Calibri" panose="020F0502020204030204" pitchFamily="34" charset="0"/>
                            </a:rPr>
                            <a:t>0.8414 </a:t>
                          </a:r>
                        </a:p>
                      </a:txBody>
                      <a:tcPr marL="45659" marR="45659" marT="98814" marB="2283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rtl="0" fontAlgn="base"/>
                          <a:r>
                            <a:rPr lang="en-US" sz="2200" b="0" i="0" cap="none" spc="0">
                              <a:solidFill>
                                <a:schemeClr val="tx1"/>
                              </a:solidFill>
                              <a:effectLst/>
                              <a:latin typeface="Calibri" panose="020F0502020204030204" pitchFamily="34" charset="0"/>
                              <a:cs typeface="Calibri" panose="020F0502020204030204" pitchFamily="34" charset="0"/>
                            </a:rPr>
                            <a:t>0.531</a:t>
                          </a:r>
                          <a:r>
                            <a:rPr lang="en-US" sz="2200" b="0" i="0" u="sng" cap="none" spc="0">
                              <a:solidFill>
                                <a:schemeClr val="tx1"/>
                              </a:solidFill>
                              <a:effectLst/>
                              <a:latin typeface="Calibri" panose="020F0502020204030204" pitchFamily="34" charset="0"/>
                              <a:cs typeface="Calibri" panose="020F0502020204030204" pitchFamily="34" charset="0"/>
                            </a:rPr>
                            <a:t>0</a:t>
                          </a:r>
                          <a:r>
                            <a:rPr lang="en-US" sz="2200" b="0" i="0" cap="none" spc="0">
                              <a:solidFill>
                                <a:schemeClr val="tx1"/>
                              </a:solidFill>
                              <a:effectLst/>
                              <a:latin typeface="Calibri" panose="020F0502020204030204" pitchFamily="34" charset="0"/>
                              <a:cs typeface="Calibri" panose="020F0502020204030204" pitchFamily="34" charset="0"/>
                            </a:rPr>
                            <a:t> </a:t>
                          </a:r>
                        </a:p>
                      </a:txBody>
                      <a:tcPr marL="45659" marR="45659" marT="98814" marB="2283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rtl="0" fontAlgn="base"/>
                          <a:r>
                            <a:rPr lang="en-US" sz="2200" b="0" i="0" cap="none" spc="0">
                              <a:solidFill>
                                <a:schemeClr val="tx1"/>
                              </a:solidFill>
                              <a:effectLst/>
                              <a:latin typeface="Calibri" panose="020F0502020204030204" pitchFamily="34" charset="0"/>
                              <a:cs typeface="Calibri" panose="020F0502020204030204" pitchFamily="34" charset="0"/>
                            </a:rPr>
                            <a:t>- </a:t>
                          </a:r>
                        </a:p>
                      </a:txBody>
                      <a:tcPr marL="45659" marR="45659" marT="98814" marB="2283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249313651"/>
                      </a:ext>
                    </a:extLst>
                  </a:tr>
                  <a:tr h="391734">
                    <a:tc>
                      <a:txBody>
                        <a:bodyPr/>
                        <a:lstStyle/>
                        <a:p>
                          <a:pPr algn="l" rtl="0" fontAlgn="base"/>
                          <a:r>
                            <a:rPr lang="en-US" sz="2200" b="1" i="0" cap="none" spc="0">
                              <a:solidFill>
                                <a:srgbClr val="0070C0"/>
                              </a:solidFill>
                              <a:effectLst/>
                              <a:latin typeface="Calibri" panose="020F0502020204030204" pitchFamily="34" charset="0"/>
                              <a:cs typeface="Calibri" panose="020F0502020204030204" pitchFamily="34" charset="0"/>
                            </a:rPr>
                            <a:t>Lasso Regression </a:t>
                          </a:r>
                        </a:p>
                      </a:txBody>
                      <a:tcPr marL="45659" marR="45659" marT="98814" marB="22830">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ctr" rtl="0" fontAlgn="base"/>
                          <a:r>
                            <a:rPr lang="en-US" sz="2200" b="1" i="0" cap="none" spc="0">
                              <a:solidFill>
                                <a:srgbClr val="0070C0"/>
                              </a:solidFill>
                              <a:effectLst/>
                              <a:latin typeface="Calibri" panose="020F0502020204030204" pitchFamily="34" charset="0"/>
                              <a:cs typeface="Calibri" panose="020F0502020204030204" pitchFamily="34" charset="0"/>
                            </a:rPr>
                            <a:t>0.8830* </a:t>
                          </a:r>
                        </a:p>
                      </a:txBody>
                      <a:tcPr marL="45659" marR="45659" marT="98814" marB="22830"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ctr" rtl="0" fontAlgn="base"/>
                          <a:r>
                            <a:rPr lang="en-US" sz="2200" b="1" i="0" cap="none" spc="0">
                              <a:solidFill>
                                <a:srgbClr val="0070C0"/>
                              </a:solidFill>
                              <a:effectLst/>
                              <a:latin typeface="Calibri" panose="020F0502020204030204" pitchFamily="34" charset="0"/>
                              <a:cs typeface="Calibri" panose="020F0502020204030204" pitchFamily="34" charset="0"/>
                            </a:rPr>
                            <a:t>0.660 </a:t>
                          </a:r>
                        </a:p>
                      </a:txBody>
                      <a:tcPr marL="45659" marR="45659" marT="98814" marB="22830"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ctr" rtl="0" fontAlgn="base"/>
                          <a14:m>
                            <m:oMath xmlns:m="http://schemas.openxmlformats.org/officeDocument/2006/math">
                              <m:r>
                                <a:rPr lang="en-US" sz="2200" b="1" i="0" cap="none" spc="0" dirty="0" smtClean="0">
                                  <a:solidFill>
                                    <a:srgbClr val="0070C0"/>
                                  </a:solidFill>
                                  <a:effectLst/>
                                  <a:latin typeface="Cambria Math" panose="02040503050406030204" pitchFamily="18" charset="0"/>
                                  <a:ea typeface="Cambria Math" panose="02040503050406030204" pitchFamily="18" charset="0"/>
                                </a:rPr>
                                <m:t>𝛂</m:t>
                              </m:r>
                            </m:oMath>
                          </a14:m>
                          <a:r>
                            <a:rPr lang="en-US" sz="2200" b="1" i="0" cap="none" spc="0">
                              <a:solidFill>
                                <a:srgbClr val="0070C0"/>
                              </a:solidFill>
                              <a:effectLst/>
                              <a:latin typeface="Calibri" panose="020F0502020204030204" pitchFamily="34" charset="0"/>
                              <a:cs typeface="Calibri" panose="020F0502020204030204" pitchFamily="34" charset="0"/>
                            </a:rPr>
                            <a:t> = 1, </a:t>
                          </a:r>
                          <a:r>
                            <a:rPr lang="el-GR" sz="2200" b="1" i="0" cap="none" spc="0">
                              <a:solidFill>
                                <a:srgbClr val="0070C0"/>
                              </a:solidFill>
                              <a:effectLst/>
                              <a:latin typeface="Calibri" panose="020F0502020204030204" pitchFamily="34" charset="0"/>
                              <a:cs typeface="Calibri" panose="020F0502020204030204" pitchFamily="34" charset="0"/>
                            </a:rPr>
                            <a:t>λ=0.0067 </a:t>
                          </a:r>
                        </a:p>
                      </a:txBody>
                      <a:tcPr marL="45659" marR="45659" marT="98814" marB="22830" anchor="ctr">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1882725031"/>
                      </a:ext>
                    </a:extLst>
                  </a:tr>
                  <a:tr h="391734">
                    <a:tc>
                      <a:txBody>
                        <a:bodyPr/>
                        <a:lstStyle/>
                        <a:p>
                          <a:pPr algn="l" rtl="0" fontAlgn="base"/>
                          <a:r>
                            <a:rPr lang="en-US" sz="2200" b="0" i="0" cap="none" spc="0">
                              <a:solidFill>
                                <a:schemeClr val="tx1"/>
                              </a:solidFill>
                              <a:effectLst/>
                              <a:latin typeface="Calibri" panose="020F0502020204030204" pitchFamily="34" charset="0"/>
                              <a:cs typeface="Calibri" panose="020F0502020204030204" pitchFamily="34" charset="0"/>
                            </a:rPr>
                            <a:t>Naïve Bayes </a:t>
                          </a:r>
                        </a:p>
                      </a:txBody>
                      <a:tcPr marL="45659" marR="45659" marT="98814" marB="22830">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rtl="0" fontAlgn="base"/>
                          <a:r>
                            <a:rPr lang="en-US" sz="2200" b="0" i="0" cap="none" spc="0">
                              <a:solidFill>
                                <a:schemeClr val="tx1"/>
                              </a:solidFill>
                              <a:effectLst/>
                              <a:latin typeface="Calibri" panose="020F0502020204030204" pitchFamily="34" charset="0"/>
                              <a:cs typeface="Calibri" panose="020F0502020204030204" pitchFamily="34" charset="0"/>
                            </a:rPr>
                            <a:t>0.7955 </a:t>
                          </a:r>
                        </a:p>
                      </a:txBody>
                      <a:tcPr marL="45659" marR="45659" marT="98814" marB="2283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rtl="0" fontAlgn="base"/>
                          <a:r>
                            <a:rPr lang="en-US" sz="2200" b="0" i="0" cap="none" spc="0">
                              <a:solidFill>
                                <a:schemeClr val="tx1"/>
                              </a:solidFill>
                              <a:effectLst/>
                              <a:latin typeface="Calibri" panose="020F0502020204030204" pitchFamily="34" charset="0"/>
                              <a:cs typeface="Calibri" panose="020F0502020204030204" pitchFamily="34" charset="0"/>
                            </a:rPr>
                            <a:t>0.468 </a:t>
                          </a:r>
                        </a:p>
                      </a:txBody>
                      <a:tcPr marL="45659" marR="45659" marT="98814" marB="2283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rtl="0" fontAlgn="base"/>
                          <a:r>
                            <a:rPr lang="en-US" sz="2200" b="0" i="0" cap="none" spc="0" err="1">
                              <a:solidFill>
                                <a:schemeClr val="tx1"/>
                              </a:solidFill>
                              <a:effectLst/>
                              <a:latin typeface="Calibri" panose="020F0502020204030204" pitchFamily="34" charset="0"/>
                              <a:cs typeface="Calibri" panose="020F0502020204030204" pitchFamily="34" charset="0"/>
                            </a:rPr>
                            <a:t>fL</a:t>
                          </a:r>
                          <a:r>
                            <a:rPr lang="en-US" sz="2200" b="0" i="0" cap="none" spc="0">
                              <a:solidFill>
                                <a:schemeClr val="tx1"/>
                              </a:solidFill>
                              <a:effectLst/>
                              <a:latin typeface="Calibri" panose="020F0502020204030204" pitchFamily="34" charset="0"/>
                              <a:cs typeface="Calibri" panose="020F0502020204030204" pitchFamily="34" charset="0"/>
                            </a:rPr>
                            <a:t> = 0, </a:t>
                          </a:r>
                        </a:p>
                        <a:p>
                          <a:pPr algn="ctr" rtl="0" fontAlgn="base"/>
                          <a:r>
                            <a:rPr lang="en-US" sz="2200" b="0" i="0" cap="none" spc="0">
                              <a:solidFill>
                                <a:schemeClr val="tx1"/>
                              </a:solidFill>
                              <a:effectLst/>
                              <a:latin typeface="Calibri" panose="020F0502020204030204" pitchFamily="34" charset="0"/>
                              <a:cs typeface="Calibri" panose="020F0502020204030204" pitchFamily="34" charset="0"/>
                            </a:rPr>
                            <a:t>adjust = 1 </a:t>
                          </a:r>
                        </a:p>
                      </a:txBody>
                      <a:tcPr marL="45659" marR="45659" marT="98814" marB="2283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4142414983"/>
                      </a:ext>
                    </a:extLst>
                  </a:tr>
                  <a:tr h="391734">
                    <a:tc gridSpan="4">
                      <a:txBody>
                        <a:bodyPr/>
                        <a:lstStyle/>
                        <a:p>
                          <a:pPr algn="ctr" rtl="0" fontAlgn="base"/>
                          <a:r>
                            <a:rPr lang="en-US" sz="2200" b="1" i="0" cap="none" spc="0">
                              <a:solidFill>
                                <a:schemeClr val="tx1"/>
                              </a:solidFill>
                              <a:effectLst/>
                              <a:latin typeface="Calibri" panose="020F0502020204030204" pitchFamily="34" charset="0"/>
                              <a:cs typeface="Calibri" panose="020F0502020204030204" pitchFamily="34" charset="0"/>
                            </a:rPr>
                            <a:t>Non-Parametric Methods </a:t>
                          </a:r>
                        </a:p>
                      </a:txBody>
                      <a:tcPr marL="45659" marR="45659" marT="98814" marB="22830" anchor="ctr">
                        <a:lnL w="12700" cmpd="sng">
                          <a:noFill/>
                          <a:prstDash val="solid"/>
                        </a:lnL>
                        <a:lnR w="12700" cmpd="sng">
                          <a:noFill/>
                          <a:prstDash val="solid"/>
                        </a:lnR>
                        <a:lnT w="12700" cmpd="sng">
                          <a:noFill/>
                          <a:prstDash val="solid"/>
                        </a:lnT>
                        <a:lnB w="12700" cap="flat" cmpd="sng" algn="ctr">
                          <a:noFill/>
                          <a:prstDash val="solid"/>
                        </a:lnB>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69610552"/>
                      </a:ext>
                    </a:extLst>
                  </a:tr>
                  <a:tr h="622300">
                    <a:tc>
                      <a:txBody>
                        <a:bodyPr/>
                        <a:lstStyle/>
                        <a:p>
                          <a:pPr algn="l" rtl="0" fontAlgn="base"/>
                          <a:r>
                            <a:rPr lang="en-US" sz="2200" b="1" i="0" cap="none" spc="0">
                              <a:solidFill>
                                <a:srgbClr val="0070C0"/>
                              </a:solidFill>
                              <a:effectLst/>
                              <a:latin typeface="Calibri" panose="020F0502020204030204" pitchFamily="34" charset="0"/>
                              <a:cs typeface="Calibri" panose="020F0502020204030204" pitchFamily="34" charset="0"/>
                            </a:rPr>
                            <a:t>Radial Kernel Support Vector Classifier (SVM) </a:t>
                          </a:r>
                        </a:p>
                      </a:txBody>
                      <a:tcPr marL="45659" marR="45659" marT="98814" marB="22830">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rtl="0" fontAlgn="base"/>
                          <a:r>
                            <a:rPr lang="en-US" sz="2200" b="1" i="0" cap="none" spc="0">
                              <a:solidFill>
                                <a:srgbClr val="0070C0"/>
                              </a:solidFill>
                              <a:effectLst/>
                              <a:latin typeface="Calibri" panose="020F0502020204030204" pitchFamily="34" charset="0"/>
                              <a:cs typeface="Calibri" panose="020F0502020204030204" pitchFamily="34" charset="0"/>
                            </a:rPr>
                            <a:t>0.9152* </a:t>
                          </a:r>
                        </a:p>
                      </a:txBody>
                      <a:tcPr marL="45659" marR="45659" marT="98814" marB="2283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rtl="0" fontAlgn="base"/>
                          <a:r>
                            <a:rPr lang="en-US" sz="2200" b="1" i="0" cap="none" spc="0">
                              <a:solidFill>
                                <a:srgbClr val="0070C0"/>
                              </a:solidFill>
                              <a:effectLst/>
                              <a:latin typeface="Calibri" panose="020F0502020204030204" pitchFamily="34" charset="0"/>
                              <a:cs typeface="Calibri" panose="020F0502020204030204" pitchFamily="34" charset="0"/>
                            </a:rPr>
                            <a:t>0.766 </a:t>
                          </a:r>
                        </a:p>
                      </a:txBody>
                      <a:tcPr marL="45659" marR="45659" marT="98814" marB="2283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rtl="0" fontAlgn="base"/>
                          <a14:m>
                            <m:oMath xmlns:m="http://schemas.openxmlformats.org/officeDocument/2006/math">
                              <m:r>
                                <a:rPr lang="en-US" sz="2200" b="1" i="0" cap="none" spc="0" dirty="0" smtClean="0">
                                  <a:solidFill>
                                    <a:srgbClr val="0070C0"/>
                                  </a:solidFill>
                                  <a:effectLst/>
                                  <a:latin typeface="Cambria Math" panose="02040503050406030204" pitchFamily="18" charset="0"/>
                                  <a:ea typeface="Cambria Math" panose="02040503050406030204" pitchFamily="18" charset="0"/>
                                </a:rPr>
                                <m:t>𝛔</m:t>
                              </m:r>
                            </m:oMath>
                          </a14:m>
                          <a:r>
                            <a:rPr lang="en-US" sz="2200" b="1" i="0" cap="none" spc="0">
                              <a:solidFill>
                                <a:srgbClr val="0070C0"/>
                              </a:solidFill>
                              <a:effectLst/>
                              <a:latin typeface="Calibri" panose="020F0502020204030204" pitchFamily="34" charset="0"/>
                              <a:cs typeface="Calibri" panose="020F0502020204030204" pitchFamily="34" charset="0"/>
                            </a:rPr>
                            <a:t>= 0.0012, </a:t>
                          </a:r>
                        </a:p>
                        <a:p>
                          <a:pPr algn="ctr" rtl="0" fontAlgn="base"/>
                          <a:r>
                            <a:rPr lang="en-US" sz="2200" b="1" i="0" cap="none" spc="0">
                              <a:solidFill>
                                <a:srgbClr val="0070C0"/>
                              </a:solidFill>
                              <a:effectLst/>
                              <a:latin typeface="Calibri" panose="020F0502020204030204" pitchFamily="34" charset="0"/>
                              <a:cs typeface="Calibri" panose="020F0502020204030204" pitchFamily="34" charset="0"/>
                            </a:rPr>
                            <a:t>cost = 4096 </a:t>
                          </a:r>
                        </a:p>
                      </a:txBody>
                      <a:tcPr marL="45659" marR="45659" marT="98814" marB="2283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262166457"/>
                      </a:ext>
                    </a:extLst>
                  </a:tr>
                  <a:tr h="391734">
                    <a:tc>
                      <a:txBody>
                        <a:bodyPr/>
                        <a:lstStyle/>
                        <a:p>
                          <a:pPr algn="l" rtl="0" fontAlgn="base"/>
                          <a:r>
                            <a:rPr lang="en-US" sz="2200" b="0" i="0" u="none" cap="none" spc="0">
                              <a:solidFill>
                                <a:schemeClr val="tx1"/>
                              </a:solidFill>
                              <a:effectLst/>
                              <a:latin typeface="Calibri" panose="020F0502020204030204" pitchFamily="34" charset="0"/>
                              <a:cs typeface="Calibri" panose="020F0502020204030204" pitchFamily="34" charset="0"/>
                            </a:rPr>
                            <a:t>Classification Trees </a:t>
                          </a:r>
                        </a:p>
                      </a:txBody>
                      <a:tcPr marL="45659" marR="45659" marT="98814" marB="22830">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ctr" rtl="0" fontAlgn="base"/>
                          <a:r>
                            <a:rPr lang="en-US" sz="2200" b="0" i="0" cap="none" spc="0">
                              <a:solidFill>
                                <a:schemeClr val="tx1"/>
                              </a:solidFill>
                              <a:effectLst/>
                              <a:latin typeface="Calibri" panose="020F0502020204030204" pitchFamily="34" charset="0"/>
                              <a:cs typeface="Calibri" panose="020F0502020204030204" pitchFamily="34" charset="0"/>
                            </a:rPr>
                            <a:t>0.8355 </a:t>
                          </a:r>
                        </a:p>
                      </a:txBody>
                      <a:tcPr marL="45659" marR="45659" marT="98814" marB="22830"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ctr" rtl="0" fontAlgn="base"/>
                          <a:r>
                            <a:rPr lang="en-US" sz="2200" b="0" i="0" cap="none" spc="0">
                              <a:solidFill>
                                <a:schemeClr val="tx1"/>
                              </a:solidFill>
                              <a:effectLst/>
                              <a:latin typeface="Calibri" panose="020F0502020204030204" pitchFamily="34" charset="0"/>
                              <a:cs typeface="Calibri" panose="020F0502020204030204" pitchFamily="34" charset="0"/>
                            </a:rPr>
                            <a:t>0.5755 </a:t>
                          </a:r>
                        </a:p>
                      </a:txBody>
                      <a:tcPr marL="45659" marR="45659" marT="98814" marB="22830"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ctr" rtl="0" fontAlgn="base"/>
                          <a:r>
                            <a:rPr lang="en-US" sz="2200" b="0" i="0" cap="none" spc="0">
                              <a:solidFill>
                                <a:schemeClr val="tx1"/>
                              </a:solidFill>
                              <a:effectLst/>
                              <a:latin typeface="Calibri" panose="020F0502020204030204" pitchFamily="34" charset="0"/>
                              <a:cs typeface="Calibri" panose="020F0502020204030204" pitchFamily="34" charset="0"/>
                            </a:rPr>
                            <a:t>cp = 0 </a:t>
                          </a:r>
                        </a:p>
                      </a:txBody>
                      <a:tcPr marL="45659" marR="45659" marT="98814" marB="22830" anchor="ctr">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2077649748"/>
                      </a:ext>
                    </a:extLst>
                  </a:tr>
                  <a:tr h="391734">
                    <a:tc>
                      <a:txBody>
                        <a:bodyPr/>
                        <a:lstStyle/>
                        <a:p>
                          <a:pPr algn="l" rtl="0" fontAlgn="base"/>
                          <a:r>
                            <a:rPr lang="en-US" sz="2200" b="0" i="0" u="none" cap="none" spc="0">
                              <a:solidFill>
                                <a:schemeClr val="tx1"/>
                              </a:solidFill>
                              <a:effectLst/>
                              <a:latin typeface="Calibri" panose="020F0502020204030204" pitchFamily="34" charset="0"/>
                              <a:cs typeface="Calibri" panose="020F0502020204030204" pitchFamily="34" charset="0"/>
                            </a:rPr>
                            <a:t>K-Nearest Neighbor </a:t>
                          </a:r>
                        </a:p>
                      </a:txBody>
                      <a:tcPr marL="45659" marR="45659" marT="98814" marB="22830">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rtl="0" fontAlgn="base"/>
                          <a:r>
                            <a:rPr lang="en-US" sz="2200" b="0" i="0" cap="none" spc="0">
                              <a:solidFill>
                                <a:schemeClr val="tx1"/>
                              </a:solidFill>
                              <a:effectLst/>
                              <a:latin typeface="Calibri" panose="020F0502020204030204" pitchFamily="34" charset="0"/>
                              <a:cs typeface="Calibri" panose="020F0502020204030204" pitchFamily="34" charset="0"/>
                            </a:rPr>
                            <a:t>0.8733 </a:t>
                          </a:r>
                        </a:p>
                      </a:txBody>
                      <a:tcPr marL="45659" marR="45659" marT="98814" marB="2283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rtl="0" fontAlgn="base"/>
                          <a:r>
                            <a:rPr lang="en-US" sz="2200" b="0" i="0" cap="none" spc="0">
                              <a:solidFill>
                                <a:schemeClr val="tx1"/>
                              </a:solidFill>
                              <a:effectLst/>
                              <a:latin typeface="Calibri" panose="020F0502020204030204" pitchFamily="34" charset="0"/>
                              <a:cs typeface="Calibri" panose="020F0502020204030204" pitchFamily="34" charset="0"/>
                            </a:rPr>
                            <a:t>0.6091 </a:t>
                          </a:r>
                        </a:p>
                      </a:txBody>
                      <a:tcPr marL="45659" marR="45659" marT="98814" marB="2283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rtl="0" fontAlgn="base"/>
                          <a:r>
                            <a:rPr lang="en-US" sz="2200" b="0" i="0" cap="none" spc="0">
                              <a:solidFill>
                                <a:schemeClr val="tx1"/>
                              </a:solidFill>
                              <a:effectLst/>
                              <a:latin typeface="Calibri" panose="020F0502020204030204" pitchFamily="34" charset="0"/>
                              <a:cs typeface="Calibri" panose="020F0502020204030204" pitchFamily="34" charset="0"/>
                            </a:rPr>
                            <a:t>K = 5 </a:t>
                          </a:r>
                        </a:p>
                      </a:txBody>
                      <a:tcPr marL="45659" marR="45659" marT="98814" marB="2283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909266234"/>
                      </a:ext>
                    </a:extLst>
                  </a:tr>
                </a:tbl>
              </a:graphicData>
            </a:graphic>
          </p:graphicFrame>
        </mc:Choice>
        <mc:Fallback>
          <p:graphicFrame>
            <p:nvGraphicFramePr>
              <p:cNvPr id="4" name="Content Placeholder 3">
                <a:extLst>
                  <a:ext uri="{FF2B5EF4-FFF2-40B4-BE49-F238E27FC236}">
                    <a16:creationId xmlns:a16="http://schemas.microsoft.com/office/drawing/2014/main" id="{F6F5A0AB-1518-1E45-80F5-32593DE73DFE}"/>
                  </a:ext>
                </a:extLst>
              </p:cNvPr>
              <p:cNvGraphicFramePr>
                <a:graphicFrameLocks noGrp="1"/>
              </p:cNvGraphicFramePr>
              <p:nvPr>
                <p:ph idx="1"/>
                <p:extLst>
                  <p:ext uri="{D42A27DB-BD31-4B8C-83A1-F6EECF244321}">
                    <p14:modId xmlns:p14="http://schemas.microsoft.com/office/powerpoint/2010/main" val="737760006"/>
                  </p:ext>
                </p:extLst>
              </p:nvPr>
            </p:nvGraphicFramePr>
            <p:xfrm>
              <a:off x="4108566" y="108197"/>
              <a:ext cx="7999725" cy="6367284"/>
            </p:xfrm>
            <a:graphic>
              <a:graphicData uri="http://schemas.openxmlformats.org/drawingml/2006/table">
                <a:tbl>
                  <a:tblPr firstRow="1" bandRow="1">
                    <a:noFill/>
                    <a:tableStyleId>{D113A9D2-9D6B-4929-AA2D-F23B5EE8CBE7}</a:tableStyleId>
                  </a:tblPr>
                  <a:tblGrid>
                    <a:gridCol w="3611677">
                      <a:extLst>
                        <a:ext uri="{9D8B030D-6E8A-4147-A177-3AD203B41FA5}">
                          <a16:colId xmlns:a16="http://schemas.microsoft.com/office/drawing/2014/main" val="1097348771"/>
                        </a:ext>
                      </a:extLst>
                    </a:gridCol>
                    <a:gridCol w="1357421">
                      <a:extLst>
                        <a:ext uri="{9D8B030D-6E8A-4147-A177-3AD203B41FA5}">
                          <a16:colId xmlns:a16="http://schemas.microsoft.com/office/drawing/2014/main" val="858953102"/>
                        </a:ext>
                      </a:extLst>
                    </a:gridCol>
                    <a:gridCol w="1049243">
                      <a:extLst>
                        <a:ext uri="{9D8B030D-6E8A-4147-A177-3AD203B41FA5}">
                          <a16:colId xmlns:a16="http://schemas.microsoft.com/office/drawing/2014/main" val="1650358817"/>
                        </a:ext>
                      </a:extLst>
                    </a:gridCol>
                    <a:gridCol w="1981384">
                      <a:extLst>
                        <a:ext uri="{9D8B030D-6E8A-4147-A177-3AD203B41FA5}">
                          <a16:colId xmlns:a16="http://schemas.microsoft.com/office/drawing/2014/main" val="4032628352"/>
                        </a:ext>
                      </a:extLst>
                    </a:gridCol>
                  </a:tblGrid>
                  <a:tr h="792204">
                    <a:tc gridSpan="4">
                      <a:txBody>
                        <a:bodyPr/>
                        <a:lstStyle/>
                        <a:p>
                          <a:pPr algn="just" rtl="0" fontAlgn="base"/>
                          <a:r>
                            <a:rPr lang="en-US" sz="2200" b="0" i="0" cap="none" spc="60">
                              <a:solidFill>
                                <a:schemeClr val="bg1"/>
                              </a:solidFill>
                              <a:effectLst/>
                              <a:latin typeface="Calibri" panose="020F0502020204030204" pitchFamily="34" charset="0"/>
                              <a:cs typeface="Calibri" panose="020F0502020204030204" pitchFamily="34" charset="0"/>
                            </a:rPr>
                            <a:t>Table 1: Training Accuracy and Cohen’s Kappa for all Classification Methods </a:t>
                          </a:r>
                        </a:p>
                      </a:txBody>
                      <a:tcPr marL="45659" marR="45659" marT="98814" marB="22830" anchor="ctr">
                        <a:lnL w="12700" cmpd="sng">
                          <a:noFill/>
                        </a:lnL>
                        <a:lnR w="12700" cmpd="sng">
                          <a:noFill/>
                        </a:lnR>
                        <a:lnT w="19050" cap="flat" cmpd="sng" algn="ctr">
                          <a:noFill/>
                          <a:prstDash val="solid"/>
                        </a:lnT>
                        <a:lnB w="38100" cmpd="sng">
                          <a:noFill/>
                        </a:lnB>
                        <a:solidFill>
                          <a:schemeClr val="accent3"/>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706188885"/>
                      </a:ext>
                    </a:extLst>
                  </a:tr>
                  <a:tr h="456924">
                    <a:tc>
                      <a:txBody>
                        <a:bodyPr/>
                        <a:lstStyle/>
                        <a:p>
                          <a:pPr algn="ctr" rtl="0" fontAlgn="base"/>
                          <a:r>
                            <a:rPr lang="en-US" sz="2200" b="1" i="0" cap="none" spc="0">
                              <a:solidFill>
                                <a:schemeClr val="tx1"/>
                              </a:solidFill>
                              <a:effectLst/>
                              <a:latin typeface="Calibri" panose="020F0502020204030204" pitchFamily="34" charset="0"/>
                              <a:cs typeface="Calibri" panose="020F0502020204030204" pitchFamily="34" charset="0"/>
                            </a:rPr>
                            <a:t>Models </a:t>
                          </a:r>
                        </a:p>
                      </a:txBody>
                      <a:tcPr marL="45659" marR="45659" marT="98814" marB="22830">
                        <a:lnL w="12700" cmpd="sng">
                          <a:noFill/>
                          <a:prstDash val="solid"/>
                        </a:lnL>
                        <a:lnR w="12700" cmpd="sng">
                          <a:noFill/>
                          <a:prstDash val="solid"/>
                        </a:lnR>
                        <a:lnT w="38100" cmpd="sng">
                          <a:noFill/>
                        </a:lnT>
                        <a:lnB w="12700" cap="flat" cmpd="sng" algn="ctr">
                          <a:noFill/>
                          <a:prstDash val="solid"/>
                        </a:lnB>
                        <a:noFill/>
                      </a:tcPr>
                    </a:tc>
                    <a:tc>
                      <a:txBody>
                        <a:bodyPr/>
                        <a:lstStyle/>
                        <a:p>
                          <a:pPr algn="ctr" rtl="0" fontAlgn="base"/>
                          <a:r>
                            <a:rPr lang="en-US" sz="2200" b="1" i="0" cap="none" spc="0">
                              <a:solidFill>
                                <a:schemeClr val="tx1"/>
                              </a:solidFill>
                              <a:effectLst/>
                              <a:latin typeface="Calibri" panose="020F0502020204030204" pitchFamily="34" charset="0"/>
                              <a:cs typeface="Calibri" panose="020F0502020204030204" pitchFamily="34" charset="0"/>
                            </a:rPr>
                            <a:t>Accuracy </a:t>
                          </a:r>
                        </a:p>
                      </a:txBody>
                      <a:tcPr marL="45659" marR="45659" marT="98814" marB="22830">
                        <a:lnL w="12700" cmpd="sng">
                          <a:noFill/>
                          <a:prstDash val="solid"/>
                        </a:lnL>
                        <a:lnR w="12700" cmpd="sng">
                          <a:noFill/>
                          <a:prstDash val="solid"/>
                        </a:lnR>
                        <a:lnT w="38100" cmpd="sng">
                          <a:noFill/>
                        </a:lnT>
                        <a:lnB w="12700" cap="flat" cmpd="sng" algn="ctr">
                          <a:noFill/>
                          <a:prstDash val="solid"/>
                        </a:lnB>
                        <a:noFill/>
                      </a:tcPr>
                    </a:tc>
                    <a:tc>
                      <a:txBody>
                        <a:bodyPr/>
                        <a:lstStyle/>
                        <a:p>
                          <a:pPr algn="ctr" rtl="0" fontAlgn="base"/>
                          <a:r>
                            <a:rPr lang="en-US" sz="2200" b="1" i="0" cap="none" spc="0">
                              <a:solidFill>
                                <a:schemeClr val="tx1"/>
                              </a:solidFill>
                              <a:effectLst/>
                              <a:latin typeface="Calibri" panose="020F0502020204030204" pitchFamily="34" charset="0"/>
                              <a:cs typeface="Calibri" panose="020F0502020204030204" pitchFamily="34" charset="0"/>
                            </a:rPr>
                            <a:t>Kappa </a:t>
                          </a:r>
                        </a:p>
                      </a:txBody>
                      <a:tcPr marL="45659" marR="45659" marT="98814" marB="22830">
                        <a:lnL w="12700" cmpd="sng">
                          <a:noFill/>
                          <a:prstDash val="solid"/>
                        </a:lnL>
                        <a:lnR w="12700" cmpd="sng">
                          <a:noFill/>
                          <a:prstDash val="solid"/>
                        </a:lnR>
                        <a:lnT w="38100" cmpd="sng">
                          <a:noFill/>
                        </a:lnT>
                        <a:lnB w="12700" cap="flat" cmpd="sng" algn="ctr">
                          <a:noFill/>
                          <a:prstDash val="solid"/>
                        </a:lnB>
                        <a:noFill/>
                      </a:tcPr>
                    </a:tc>
                    <a:tc>
                      <a:txBody>
                        <a:bodyPr/>
                        <a:lstStyle/>
                        <a:p>
                          <a:pPr algn="ctr" rtl="0" fontAlgn="base"/>
                          <a:r>
                            <a:rPr lang="en-US" sz="2200" b="1" i="0" cap="none" spc="0">
                              <a:solidFill>
                                <a:schemeClr val="tx1"/>
                              </a:solidFill>
                              <a:effectLst/>
                              <a:latin typeface="Calibri" panose="020F0502020204030204" pitchFamily="34" charset="0"/>
                              <a:cs typeface="Calibri" panose="020F0502020204030204" pitchFamily="34" charset="0"/>
                            </a:rPr>
                            <a:t>Parameters </a:t>
                          </a:r>
                        </a:p>
                      </a:txBody>
                      <a:tcPr marL="45659" marR="45659" marT="98814" marB="22830">
                        <a:lnL w="12700" cmpd="sng">
                          <a:noFill/>
                          <a:prstDash val="solid"/>
                        </a:lnL>
                        <a:lnR w="12700" cmpd="sng">
                          <a:noFill/>
                          <a:prstDash val="solid"/>
                        </a:lnR>
                        <a:lnT w="38100" cmpd="sng">
                          <a:noFill/>
                        </a:lnT>
                        <a:lnB w="12700" cap="flat" cmpd="sng" algn="ctr">
                          <a:noFill/>
                          <a:prstDash val="solid"/>
                        </a:lnB>
                        <a:noFill/>
                      </a:tcPr>
                    </a:tc>
                    <a:extLst>
                      <a:ext uri="{0D108BD9-81ED-4DB2-BD59-A6C34878D82A}">
                        <a16:rowId xmlns:a16="http://schemas.microsoft.com/office/drawing/2014/main" val="2609803825"/>
                      </a:ext>
                    </a:extLst>
                  </a:tr>
                  <a:tr h="456924">
                    <a:tc gridSpan="4">
                      <a:txBody>
                        <a:bodyPr/>
                        <a:lstStyle/>
                        <a:p>
                          <a:pPr algn="ctr" rtl="0" fontAlgn="base"/>
                          <a:r>
                            <a:rPr lang="en-US" sz="2200" b="1" i="0" cap="none" spc="0">
                              <a:solidFill>
                                <a:schemeClr val="tx1"/>
                              </a:solidFill>
                              <a:effectLst/>
                              <a:latin typeface="Calibri" panose="020F0502020204030204" pitchFamily="34" charset="0"/>
                              <a:cs typeface="Calibri" panose="020F0502020204030204" pitchFamily="34" charset="0"/>
                            </a:rPr>
                            <a:t>Parametric Methods </a:t>
                          </a:r>
                        </a:p>
                      </a:txBody>
                      <a:tcPr marL="45659" marR="45659" marT="98814" marB="22830">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588857949"/>
                      </a:ext>
                    </a:extLst>
                  </a:tr>
                  <a:tr h="456924">
                    <a:tc>
                      <a:txBody>
                        <a:bodyPr/>
                        <a:lstStyle/>
                        <a:p>
                          <a:pPr algn="l" rtl="0" fontAlgn="base"/>
                          <a:r>
                            <a:rPr lang="en-US" sz="2200" b="0" i="0" cap="none" spc="0">
                              <a:solidFill>
                                <a:schemeClr val="tx1"/>
                              </a:solidFill>
                              <a:effectLst/>
                              <a:latin typeface="Calibri" panose="020F0502020204030204" pitchFamily="34" charset="0"/>
                              <a:cs typeface="Calibri" panose="020F0502020204030204" pitchFamily="34" charset="0"/>
                            </a:rPr>
                            <a:t>Multiple Logistic Regression </a:t>
                          </a:r>
                        </a:p>
                      </a:txBody>
                      <a:tcPr marL="45659" marR="45659" marT="98814" marB="22830">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ctr" rtl="0" fontAlgn="base"/>
                          <a:r>
                            <a:rPr lang="en-US" sz="2200" b="0" i="0" cap="none" spc="0">
                              <a:solidFill>
                                <a:schemeClr val="tx1"/>
                              </a:solidFill>
                              <a:effectLst/>
                              <a:latin typeface="Calibri" panose="020F0502020204030204" pitchFamily="34" charset="0"/>
                              <a:cs typeface="Calibri" panose="020F0502020204030204" pitchFamily="34" charset="0"/>
                            </a:rPr>
                            <a:t>0.4966 </a:t>
                          </a:r>
                        </a:p>
                      </a:txBody>
                      <a:tcPr marL="45659" marR="45659" marT="98814" marB="22830"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ctr" rtl="0" fontAlgn="base"/>
                          <a:r>
                            <a:rPr lang="en-US" sz="2200" b="0" i="0" cap="none" spc="0">
                              <a:solidFill>
                                <a:schemeClr val="tx1"/>
                              </a:solidFill>
                              <a:effectLst/>
                              <a:latin typeface="Calibri" panose="020F0502020204030204" pitchFamily="34" charset="0"/>
                              <a:cs typeface="Calibri" panose="020F0502020204030204" pitchFamily="34" charset="0"/>
                            </a:rPr>
                            <a:t>0.022</a:t>
                          </a:r>
                          <a:r>
                            <a:rPr lang="en-US" sz="2200" b="0" i="0" u="sng" cap="none" spc="0">
                              <a:solidFill>
                                <a:schemeClr val="tx1"/>
                              </a:solidFill>
                              <a:effectLst/>
                              <a:latin typeface="Calibri" panose="020F0502020204030204" pitchFamily="34" charset="0"/>
                              <a:cs typeface="Calibri" panose="020F0502020204030204" pitchFamily="34" charset="0"/>
                            </a:rPr>
                            <a:t>0</a:t>
                          </a:r>
                          <a:r>
                            <a:rPr lang="en-US" sz="2200" b="0" i="0" cap="none" spc="0">
                              <a:solidFill>
                                <a:schemeClr val="tx1"/>
                              </a:solidFill>
                              <a:effectLst/>
                              <a:latin typeface="Calibri" panose="020F0502020204030204" pitchFamily="34" charset="0"/>
                              <a:cs typeface="Calibri" panose="020F0502020204030204" pitchFamily="34" charset="0"/>
                            </a:rPr>
                            <a:t> </a:t>
                          </a:r>
                        </a:p>
                      </a:txBody>
                      <a:tcPr marL="45659" marR="45659" marT="98814" marB="22830"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ctr" rtl="0" fontAlgn="base"/>
                          <a:r>
                            <a:rPr lang="en-US" sz="2200" b="0" i="0" cap="none" spc="0">
                              <a:solidFill>
                                <a:schemeClr val="tx1"/>
                              </a:solidFill>
                              <a:effectLst/>
                              <a:latin typeface="Calibri" panose="020F0502020204030204" pitchFamily="34" charset="0"/>
                              <a:cs typeface="Calibri" panose="020F0502020204030204" pitchFamily="34" charset="0"/>
                            </a:rPr>
                            <a:t>- </a:t>
                          </a:r>
                        </a:p>
                      </a:txBody>
                      <a:tcPr marL="45659" marR="45659" marT="98814" marB="22830" anchor="ctr">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2272328133"/>
                      </a:ext>
                    </a:extLst>
                  </a:tr>
                  <a:tr h="792204">
                    <a:tc>
                      <a:txBody>
                        <a:bodyPr/>
                        <a:lstStyle/>
                        <a:p>
                          <a:pPr algn="l" rtl="0" fontAlgn="base"/>
                          <a:r>
                            <a:rPr lang="en-US" sz="2200" b="0" i="0" cap="none" spc="0">
                              <a:solidFill>
                                <a:schemeClr val="tx1"/>
                              </a:solidFill>
                              <a:effectLst/>
                              <a:latin typeface="Calibri" panose="020F0502020204030204" pitchFamily="34" charset="0"/>
                              <a:cs typeface="Calibri" panose="020F0502020204030204" pitchFamily="34" charset="0"/>
                            </a:rPr>
                            <a:t>Quadratic Discriminant Analysis (QDA) </a:t>
                          </a:r>
                        </a:p>
                      </a:txBody>
                      <a:tcPr marL="45659" marR="45659" marT="98814" marB="22830">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rtl="0" fontAlgn="base"/>
                          <a:r>
                            <a:rPr lang="en-US" sz="2200" b="0" i="0" cap="none" spc="0">
                              <a:solidFill>
                                <a:schemeClr val="tx1"/>
                              </a:solidFill>
                              <a:effectLst/>
                              <a:latin typeface="Calibri" panose="020F0502020204030204" pitchFamily="34" charset="0"/>
                              <a:cs typeface="Calibri" panose="020F0502020204030204" pitchFamily="34" charset="0"/>
                            </a:rPr>
                            <a:t>0.8414 </a:t>
                          </a:r>
                        </a:p>
                      </a:txBody>
                      <a:tcPr marL="45659" marR="45659" marT="98814" marB="2283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rtl="0" fontAlgn="base"/>
                          <a:r>
                            <a:rPr lang="en-US" sz="2200" b="0" i="0" cap="none" spc="0">
                              <a:solidFill>
                                <a:schemeClr val="tx1"/>
                              </a:solidFill>
                              <a:effectLst/>
                              <a:latin typeface="Calibri" panose="020F0502020204030204" pitchFamily="34" charset="0"/>
                              <a:cs typeface="Calibri" panose="020F0502020204030204" pitchFamily="34" charset="0"/>
                            </a:rPr>
                            <a:t>0.531</a:t>
                          </a:r>
                          <a:r>
                            <a:rPr lang="en-US" sz="2200" b="0" i="0" u="sng" cap="none" spc="0">
                              <a:solidFill>
                                <a:schemeClr val="tx1"/>
                              </a:solidFill>
                              <a:effectLst/>
                              <a:latin typeface="Calibri" panose="020F0502020204030204" pitchFamily="34" charset="0"/>
                              <a:cs typeface="Calibri" panose="020F0502020204030204" pitchFamily="34" charset="0"/>
                            </a:rPr>
                            <a:t>0</a:t>
                          </a:r>
                          <a:r>
                            <a:rPr lang="en-US" sz="2200" b="0" i="0" cap="none" spc="0">
                              <a:solidFill>
                                <a:schemeClr val="tx1"/>
                              </a:solidFill>
                              <a:effectLst/>
                              <a:latin typeface="Calibri" panose="020F0502020204030204" pitchFamily="34" charset="0"/>
                              <a:cs typeface="Calibri" panose="020F0502020204030204" pitchFamily="34" charset="0"/>
                            </a:rPr>
                            <a:t> </a:t>
                          </a:r>
                        </a:p>
                      </a:txBody>
                      <a:tcPr marL="45659" marR="45659" marT="98814" marB="2283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rtl="0" fontAlgn="base"/>
                          <a:r>
                            <a:rPr lang="en-US" sz="2200" b="0" i="0" cap="none" spc="0">
                              <a:solidFill>
                                <a:schemeClr val="tx1"/>
                              </a:solidFill>
                              <a:effectLst/>
                              <a:latin typeface="Calibri" panose="020F0502020204030204" pitchFamily="34" charset="0"/>
                              <a:cs typeface="Calibri" panose="020F0502020204030204" pitchFamily="34" charset="0"/>
                            </a:rPr>
                            <a:t>- </a:t>
                          </a:r>
                        </a:p>
                      </a:txBody>
                      <a:tcPr marL="45659" marR="45659" marT="98814" marB="2283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249313651"/>
                      </a:ext>
                    </a:extLst>
                  </a:tr>
                  <a:tr h="456924">
                    <a:tc>
                      <a:txBody>
                        <a:bodyPr/>
                        <a:lstStyle/>
                        <a:p>
                          <a:pPr algn="l" rtl="0" fontAlgn="base"/>
                          <a:r>
                            <a:rPr lang="en-US" sz="2200" b="1" i="0" cap="none" spc="0">
                              <a:solidFill>
                                <a:srgbClr val="0070C0"/>
                              </a:solidFill>
                              <a:effectLst/>
                              <a:latin typeface="Calibri" panose="020F0502020204030204" pitchFamily="34" charset="0"/>
                              <a:cs typeface="Calibri" panose="020F0502020204030204" pitchFamily="34" charset="0"/>
                            </a:rPr>
                            <a:t>Lasso Regression </a:t>
                          </a:r>
                        </a:p>
                      </a:txBody>
                      <a:tcPr marL="45659" marR="45659" marT="98814" marB="22830">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ctr" rtl="0" fontAlgn="base"/>
                          <a:r>
                            <a:rPr lang="en-US" sz="2200" b="1" i="0" cap="none" spc="0">
                              <a:solidFill>
                                <a:srgbClr val="0070C0"/>
                              </a:solidFill>
                              <a:effectLst/>
                              <a:latin typeface="Calibri" panose="020F0502020204030204" pitchFamily="34" charset="0"/>
                              <a:cs typeface="Calibri" panose="020F0502020204030204" pitchFamily="34" charset="0"/>
                            </a:rPr>
                            <a:t>0.8830* </a:t>
                          </a:r>
                        </a:p>
                      </a:txBody>
                      <a:tcPr marL="45659" marR="45659" marT="98814" marB="22830"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ctr" rtl="0" fontAlgn="base"/>
                          <a:r>
                            <a:rPr lang="en-US" sz="2200" b="1" i="0" cap="none" spc="0">
                              <a:solidFill>
                                <a:srgbClr val="0070C0"/>
                              </a:solidFill>
                              <a:effectLst/>
                              <a:latin typeface="Calibri" panose="020F0502020204030204" pitchFamily="34" charset="0"/>
                              <a:cs typeface="Calibri" panose="020F0502020204030204" pitchFamily="34" charset="0"/>
                            </a:rPr>
                            <a:t>0.660 </a:t>
                          </a:r>
                        </a:p>
                      </a:txBody>
                      <a:tcPr marL="45659" marR="45659" marT="98814" marB="22830"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endParaRPr lang="en-US"/>
                        </a:p>
                      </a:txBody>
                      <a:tcPr marL="45659" marR="45659" marT="98814" marB="22830" anchor="ctr">
                        <a:lnL w="12700" cmpd="sng">
                          <a:noFill/>
                          <a:prstDash val="solid"/>
                        </a:lnL>
                        <a:lnR w="12700" cmpd="sng">
                          <a:noFill/>
                          <a:prstDash val="solid"/>
                        </a:lnR>
                        <a:lnT w="12700" cmpd="sng">
                          <a:noFill/>
                          <a:prstDash val="solid"/>
                        </a:lnT>
                        <a:lnB w="12700" cap="flat" cmpd="sng" algn="ctr">
                          <a:noFill/>
                          <a:prstDash val="solid"/>
                        </a:lnB>
                        <a:blipFill>
                          <a:blip r:embed="rId3"/>
                          <a:stretch>
                            <a:fillRect l="-307077" t="-646053" r="-2769" b="-669737"/>
                          </a:stretch>
                        </a:blipFill>
                      </a:tcPr>
                    </a:tc>
                    <a:extLst>
                      <a:ext uri="{0D108BD9-81ED-4DB2-BD59-A6C34878D82A}">
                        <a16:rowId xmlns:a16="http://schemas.microsoft.com/office/drawing/2014/main" val="1882725031"/>
                      </a:ext>
                    </a:extLst>
                  </a:tr>
                  <a:tr h="792204">
                    <a:tc>
                      <a:txBody>
                        <a:bodyPr/>
                        <a:lstStyle/>
                        <a:p>
                          <a:pPr algn="l" rtl="0" fontAlgn="base"/>
                          <a:r>
                            <a:rPr lang="en-US" sz="2200" b="0" i="0" cap="none" spc="0">
                              <a:solidFill>
                                <a:schemeClr val="tx1"/>
                              </a:solidFill>
                              <a:effectLst/>
                              <a:latin typeface="Calibri" panose="020F0502020204030204" pitchFamily="34" charset="0"/>
                              <a:cs typeface="Calibri" panose="020F0502020204030204" pitchFamily="34" charset="0"/>
                            </a:rPr>
                            <a:t>Naïve Bayes </a:t>
                          </a:r>
                        </a:p>
                      </a:txBody>
                      <a:tcPr marL="45659" marR="45659" marT="98814" marB="22830">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rtl="0" fontAlgn="base"/>
                          <a:r>
                            <a:rPr lang="en-US" sz="2200" b="0" i="0" cap="none" spc="0">
                              <a:solidFill>
                                <a:schemeClr val="tx1"/>
                              </a:solidFill>
                              <a:effectLst/>
                              <a:latin typeface="Calibri" panose="020F0502020204030204" pitchFamily="34" charset="0"/>
                              <a:cs typeface="Calibri" panose="020F0502020204030204" pitchFamily="34" charset="0"/>
                            </a:rPr>
                            <a:t>0.7955 </a:t>
                          </a:r>
                        </a:p>
                      </a:txBody>
                      <a:tcPr marL="45659" marR="45659" marT="98814" marB="2283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rtl="0" fontAlgn="base"/>
                          <a:r>
                            <a:rPr lang="en-US" sz="2200" b="0" i="0" cap="none" spc="0">
                              <a:solidFill>
                                <a:schemeClr val="tx1"/>
                              </a:solidFill>
                              <a:effectLst/>
                              <a:latin typeface="Calibri" panose="020F0502020204030204" pitchFamily="34" charset="0"/>
                              <a:cs typeface="Calibri" panose="020F0502020204030204" pitchFamily="34" charset="0"/>
                            </a:rPr>
                            <a:t>0.468 </a:t>
                          </a:r>
                        </a:p>
                      </a:txBody>
                      <a:tcPr marL="45659" marR="45659" marT="98814" marB="2283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rtl="0" fontAlgn="base"/>
                          <a:r>
                            <a:rPr lang="en-US" sz="2200" b="0" i="0" cap="none" spc="0" err="1">
                              <a:solidFill>
                                <a:schemeClr val="tx1"/>
                              </a:solidFill>
                              <a:effectLst/>
                              <a:latin typeface="Calibri" panose="020F0502020204030204" pitchFamily="34" charset="0"/>
                              <a:cs typeface="Calibri" panose="020F0502020204030204" pitchFamily="34" charset="0"/>
                            </a:rPr>
                            <a:t>fL</a:t>
                          </a:r>
                          <a:r>
                            <a:rPr lang="en-US" sz="2200" b="0" i="0" cap="none" spc="0">
                              <a:solidFill>
                                <a:schemeClr val="tx1"/>
                              </a:solidFill>
                              <a:effectLst/>
                              <a:latin typeface="Calibri" panose="020F0502020204030204" pitchFamily="34" charset="0"/>
                              <a:cs typeface="Calibri" panose="020F0502020204030204" pitchFamily="34" charset="0"/>
                            </a:rPr>
                            <a:t> = 0, </a:t>
                          </a:r>
                        </a:p>
                        <a:p>
                          <a:pPr algn="ctr" rtl="0" fontAlgn="base"/>
                          <a:r>
                            <a:rPr lang="en-US" sz="2200" b="0" i="0" cap="none" spc="0">
                              <a:solidFill>
                                <a:schemeClr val="tx1"/>
                              </a:solidFill>
                              <a:effectLst/>
                              <a:latin typeface="Calibri" panose="020F0502020204030204" pitchFamily="34" charset="0"/>
                              <a:cs typeface="Calibri" panose="020F0502020204030204" pitchFamily="34" charset="0"/>
                            </a:rPr>
                            <a:t>adjust = 1 </a:t>
                          </a:r>
                        </a:p>
                      </a:txBody>
                      <a:tcPr marL="45659" marR="45659" marT="98814" marB="2283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4142414983"/>
                      </a:ext>
                    </a:extLst>
                  </a:tr>
                  <a:tr h="456924">
                    <a:tc gridSpan="4">
                      <a:txBody>
                        <a:bodyPr/>
                        <a:lstStyle/>
                        <a:p>
                          <a:pPr algn="ctr" rtl="0" fontAlgn="base"/>
                          <a:r>
                            <a:rPr lang="en-US" sz="2200" b="1" i="0" cap="none" spc="0">
                              <a:solidFill>
                                <a:schemeClr val="tx1"/>
                              </a:solidFill>
                              <a:effectLst/>
                              <a:latin typeface="Calibri" panose="020F0502020204030204" pitchFamily="34" charset="0"/>
                              <a:cs typeface="Calibri" panose="020F0502020204030204" pitchFamily="34" charset="0"/>
                            </a:rPr>
                            <a:t>Non-Parametric Methods </a:t>
                          </a:r>
                        </a:p>
                      </a:txBody>
                      <a:tcPr marL="45659" marR="45659" marT="98814" marB="22830" anchor="ctr">
                        <a:lnL w="12700" cmpd="sng">
                          <a:noFill/>
                          <a:prstDash val="solid"/>
                        </a:lnL>
                        <a:lnR w="12700" cmpd="sng">
                          <a:noFill/>
                          <a:prstDash val="solid"/>
                        </a:lnR>
                        <a:lnT w="12700" cmpd="sng">
                          <a:noFill/>
                          <a:prstDash val="solid"/>
                        </a:lnT>
                        <a:lnB w="12700" cap="flat" cmpd="sng" algn="ctr">
                          <a:noFill/>
                          <a:prstDash val="solid"/>
                        </a:lnB>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69610552"/>
                      </a:ext>
                    </a:extLst>
                  </a:tr>
                  <a:tr h="792204">
                    <a:tc>
                      <a:txBody>
                        <a:bodyPr/>
                        <a:lstStyle/>
                        <a:p>
                          <a:pPr algn="l" rtl="0" fontAlgn="base"/>
                          <a:r>
                            <a:rPr lang="en-US" sz="2200" b="1" i="0" cap="none" spc="0">
                              <a:solidFill>
                                <a:srgbClr val="0070C0"/>
                              </a:solidFill>
                              <a:effectLst/>
                              <a:latin typeface="Calibri" panose="020F0502020204030204" pitchFamily="34" charset="0"/>
                              <a:cs typeface="Calibri" panose="020F0502020204030204" pitchFamily="34" charset="0"/>
                            </a:rPr>
                            <a:t>Radial Kernel Support Vector Classifier (SVM) </a:t>
                          </a:r>
                        </a:p>
                      </a:txBody>
                      <a:tcPr marL="45659" marR="45659" marT="98814" marB="22830">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rtl="0" fontAlgn="base"/>
                          <a:r>
                            <a:rPr lang="en-US" sz="2200" b="1" i="0" cap="none" spc="0">
                              <a:solidFill>
                                <a:srgbClr val="0070C0"/>
                              </a:solidFill>
                              <a:effectLst/>
                              <a:latin typeface="Calibri" panose="020F0502020204030204" pitchFamily="34" charset="0"/>
                              <a:cs typeface="Calibri" panose="020F0502020204030204" pitchFamily="34" charset="0"/>
                            </a:rPr>
                            <a:t>0.9152* </a:t>
                          </a:r>
                        </a:p>
                      </a:txBody>
                      <a:tcPr marL="45659" marR="45659" marT="98814" marB="2283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rtl="0" fontAlgn="base"/>
                          <a:r>
                            <a:rPr lang="en-US" sz="2200" b="1" i="0" cap="none" spc="0">
                              <a:solidFill>
                                <a:srgbClr val="0070C0"/>
                              </a:solidFill>
                              <a:effectLst/>
                              <a:latin typeface="Calibri" panose="020F0502020204030204" pitchFamily="34" charset="0"/>
                              <a:cs typeface="Calibri" panose="020F0502020204030204" pitchFamily="34" charset="0"/>
                            </a:rPr>
                            <a:t>0.766 </a:t>
                          </a:r>
                        </a:p>
                      </a:txBody>
                      <a:tcPr marL="45659" marR="45659" marT="98814" marB="2283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endParaRPr lang="en-US"/>
                        </a:p>
                      </a:txBody>
                      <a:tcPr marL="45659" marR="45659" marT="98814" marB="22830" anchor="ctr">
                        <a:lnL w="12700" cmpd="sng">
                          <a:noFill/>
                          <a:prstDash val="solid"/>
                        </a:lnL>
                        <a:lnR w="12700" cmpd="sng">
                          <a:noFill/>
                          <a:prstDash val="solid"/>
                        </a:lnR>
                        <a:lnT w="12700" cap="flat" cmpd="sng" algn="ctr">
                          <a:noFill/>
                          <a:prstDash val="solid"/>
                        </a:lnT>
                        <a:lnB w="12700" cmpd="sng">
                          <a:noFill/>
                          <a:prstDash val="solid"/>
                        </a:lnB>
                        <a:blipFill>
                          <a:blip r:embed="rId3"/>
                          <a:stretch>
                            <a:fillRect l="-307077" t="-593846" r="-2769" b="-133846"/>
                          </a:stretch>
                        </a:blipFill>
                      </a:tcPr>
                    </a:tc>
                    <a:extLst>
                      <a:ext uri="{0D108BD9-81ED-4DB2-BD59-A6C34878D82A}">
                        <a16:rowId xmlns:a16="http://schemas.microsoft.com/office/drawing/2014/main" val="3262166457"/>
                      </a:ext>
                    </a:extLst>
                  </a:tr>
                  <a:tr h="456924">
                    <a:tc>
                      <a:txBody>
                        <a:bodyPr/>
                        <a:lstStyle/>
                        <a:p>
                          <a:pPr algn="l" rtl="0" fontAlgn="base"/>
                          <a:r>
                            <a:rPr lang="en-US" sz="2200" b="0" i="0" u="none" cap="none" spc="0">
                              <a:solidFill>
                                <a:schemeClr val="tx1"/>
                              </a:solidFill>
                              <a:effectLst/>
                              <a:latin typeface="Calibri" panose="020F0502020204030204" pitchFamily="34" charset="0"/>
                              <a:cs typeface="Calibri" panose="020F0502020204030204" pitchFamily="34" charset="0"/>
                            </a:rPr>
                            <a:t>Classification Trees </a:t>
                          </a:r>
                        </a:p>
                      </a:txBody>
                      <a:tcPr marL="45659" marR="45659" marT="98814" marB="22830">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ctr" rtl="0" fontAlgn="base"/>
                          <a:r>
                            <a:rPr lang="en-US" sz="2200" b="0" i="0" cap="none" spc="0">
                              <a:solidFill>
                                <a:schemeClr val="tx1"/>
                              </a:solidFill>
                              <a:effectLst/>
                              <a:latin typeface="Calibri" panose="020F0502020204030204" pitchFamily="34" charset="0"/>
                              <a:cs typeface="Calibri" panose="020F0502020204030204" pitchFamily="34" charset="0"/>
                            </a:rPr>
                            <a:t>0.8355 </a:t>
                          </a:r>
                        </a:p>
                      </a:txBody>
                      <a:tcPr marL="45659" marR="45659" marT="98814" marB="22830"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ctr" rtl="0" fontAlgn="base"/>
                          <a:r>
                            <a:rPr lang="en-US" sz="2200" b="0" i="0" cap="none" spc="0">
                              <a:solidFill>
                                <a:schemeClr val="tx1"/>
                              </a:solidFill>
                              <a:effectLst/>
                              <a:latin typeface="Calibri" panose="020F0502020204030204" pitchFamily="34" charset="0"/>
                              <a:cs typeface="Calibri" panose="020F0502020204030204" pitchFamily="34" charset="0"/>
                            </a:rPr>
                            <a:t>0.5755 </a:t>
                          </a:r>
                        </a:p>
                      </a:txBody>
                      <a:tcPr marL="45659" marR="45659" marT="98814" marB="22830"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ctr" rtl="0" fontAlgn="base"/>
                          <a:r>
                            <a:rPr lang="en-US" sz="2200" b="0" i="0" cap="none" spc="0">
                              <a:solidFill>
                                <a:schemeClr val="tx1"/>
                              </a:solidFill>
                              <a:effectLst/>
                              <a:latin typeface="Calibri" panose="020F0502020204030204" pitchFamily="34" charset="0"/>
                              <a:cs typeface="Calibri" panose="020F0502020204030204" pitchFamily="34" charset="0"/>
                            </a:rPr>
                            <a:t>cp = 0 </a:t>
                          </a:r>
                        </a:p>
                      </a:txBody>
                      <a:tcPr marL="45659" marR="45659" marT="98814" marB="22830" anchor="ctr">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2077649748"/>
                      </a:ext>
                    </a:extLst>
                  </a:tr>
                  <a:tr h="456924">
                    <a:tc>
                      <a:txBody>
                        <a:bodyPr/>
                        <a:lstStyle/>
                        <a:p>
                          <a:pPr algn="l" rtl="0" fontAlgn="base"/>
                          <a:r>
                            <a:rPr lang="en-US" sz="2200" b="0" i="0" u="none" cap="none" spc="0">
                              <a:solidFill>
                                <a:schemeClr val="tx1"/>
                              </a:solidFill>
                              <a:effectLst/>
                              <a:latin typeface="Calibri" panose="020F0502020204030204" pitchFamily="34" charset="0"/>
                              <a:cs typeface="Calibri" panose="020F0502020204030204" pitchFamily="34" charset="0"/>
                            </a:rPr>
                            <a:t>K-Nearest Neighbor </a:t>
                          </a:r>
                        </a:p>
                      </a:txBody>
                      <a:tcPr marL="45659" marR="45659" marT="98814" marB="22830">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rtl="0" fontAlgn="base"/>
                          <a:r>
                            <a:rPr lang="en-US" sz="2200" b="0" i="0" cap="none" spc="0">
                              <a:solidFill>
                                <a:schemeClr val="tx1"/>
                              </a:solidFill>
                              <a:effectLst/>
                              <a:latin typeface="Calibri" panose="020F0502020204030204" pitchFamily="34" charset="0"/>
                              <a:cs typeface="Calibri" panose="020F0502020204030204" pitchFamily="34" charset="0"/>
                            </a:rPr>
                            <a:t>0.8733 </a:t>
                          </a:r>
                        </a:p>
                      </a:txBody>
                      <a:tcPr marL="45659" marR="45659" marT="98814" marB="2283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rtl="0" fontAlgn="base"/>
                          <a:r>
                            <a:rPr lang="en-US" sz="2200" b="0" i="0" cap="none" spc="0">
                              <a:solidFill>
                                <a:schemeClr val="tx1"/>
                              </a:solidFill>
                              <a:effectLst/>
                              <a:latin typeface="Calibri" panose="020F0502020204030204" pitchFamily="34" charset="0"/>
                              <a:cs typeface="Calibri" panose="020F0502020204030204" pitchFamily="34" charset="0"/>
                            </a:rPr>
                            <a:t>0.6091 </a:t>
                          </a:r>
                        </a:p>
                      </a:txBody>
                      <a:tcPr marL="45659" marR="45659" marT="98814" marB="2283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rtl="0" fontAlgn="base"/>
                          <a:r>
                            <a:rPr lang="en-US" sz="2200" b="0" i="0" cap="none" spc="0">
                              <a:solidFill>
                                <a:schemeClr val="tx1"/>
                              </a:solidFill>
                              <a:effectLst/>
                              <a:latin typeface="Calibri" panose="020F0502020204030204" pitchFamily="34" charset="0"/>
                              <a:cs typeface="Calibri" panose="020F0502020204030204" pitchFamily="34" charset="0"/>
                            </a:rPr>
                            <a:t>K = 5 </a:t>
                          </a:r>
                        </a:p>
                      </a:txBody>
                      <a:tcPr marL="45659" marR="45659" marT="98814" marB="2283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909266234"/>
                      </a:ext>
                    </a:extLst>
                  </a:tr>
                </a:tbl>
              </a:graphicData>
            </a:graphic>
          </p:graphicFrame>
        </mc:Fallback>
      </mc:AlternateContent>
    </p:spTree>
    <p:extLst>
      <p:ext uri="{BB962C8B-B14F-4D97-AF65-F5344CB8AC3E}">
        <p14:creationId xmlns:p14="http://schemas.microsoft.com/office/powerpoint/2010/main" val="14753190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7" name="Rectangle 2056">
            <a:extLst>
              <a:ext uri="{FF2B5EF4-FFF2-40B4-BE49-F238E27FC236}">
                <a16:creationId xmlns:a16="http://schemas.microsoft.com/office/drawing/2014/main" id="{BD4C0BBB-0042-4603-A226-6117F3FD5B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9" name="Rectangle 2058">
            <a:extLst>
              <a:ext uri="{FF2B5EF4-FFF2-40B4-BE49-F238E27FC236}">
                <a16:creationId xmlns:a16="http://schemas.microsoft.com/office/drawing/2014/main" id="{EC44F520-2598-460E-9F91-B02F60830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61" name="Rectangle 206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3" name="Rectangle 2062">
            <a:extLst>
              <a:ext uri="{FF2B5EF4-FFF2-40B4-BE49-F238E27FC236}">
                <a16:creationId xmlns:a16="http://schemas.microsoft.com/office/drawing/2014/main" id="{0AF57B88-1D4C-41FA-A761-EC1DD10C3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11000">
                <a:schemeClr val="accent2"/>
              </a:gs>
              <a:gs pos="100000">
                <a:schemeClr val="accent6">
                  <a:lumMod val="75000"/>
                  <a:alpha val="8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5" name="Rectangle 2064">
            <a:extLst>
              <a:ext uri="{FF2B5EF4-FFF2-40B4-BE49-F238E27FC236}">
                <a16:creationId xmlns:a16="http://schemas.microsoft.com/office/drawing/2014/main" id="{D2548F45-5164-4ABB-8212-7F293FDED8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9565" y="2659404"/>
            <a:ext cx="4355594" cy="4040742"/>
          </a:xfrm>
          <a:prstGeom prst="rect">
            <a:avLst/>
          </a:prstGeom>
          <a:gradFill>
            <a:gsLst>
              <a:gs pos="0">
                <a:schemeClr val="accent5">
                  <a:alpha val="35000"/>
                </a:schemeClr>
              </a:gs>
              <a:gs pos="100000">
                <a:schemeClr val="accent6">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2" name="Picture 4" descr="Chart, line chart&#10;&#10;Description automatically generated">
            <a:extLst>
              <a:ext uri="{FF2B5EF4-FFF2-40B4-BE49-F238E27FC236}">
                <a16:creationId xmlns:a16="http://schemas.microsoft.com/office/drawing/2014/main" id="{488ED69C-3DBE-1E32-B37D-90119DEAFFA8}"/>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t="16529" b="13474"/>
          <a:stretch/>
        </p:blipFill>
        <p:spPr bwMode="auto">
          <a:xfrm>
            <a:off x="4038599" y="1251709"/>
            <a:ext cx="8160025" cy="5711798"/>
          </a:xfrm>
          <a:prstGeom prst="rect">
            <a:avLst/>
          </a:prstGeom>
          <a:noFill/>
          <a:extLst>
            <a:ext uri="{909E8E84-426E-40DD-AFC4-6F175D3DCCD1}">
              <a14:hiddenFill xmlns:a14="http://schemas.microsoft.com/office/drawing/2010/main">
                <a:solidFill>
                  <a:srgbClr val="FFFFFF"/>
                </a:solidFill>
              </a14:hiddenFill>
            </a:ext>
          </a:extLst>
        </p:spPr>
      </p:pic>
      <p:sp>
        <p:nvSpPr>
          <p:cNvPr id="2067" name="Freeform: Shape 2066">
            <a:extLst>
              <a:ext uri="{FF2B5EF4-FFF2-40B4-BE49-F238E27FC236}">
                <a16:creationId xmlns:a16="http://schemas.microsoft.com/office/drawing/2014/main" id="{5E81CCFB-7BEF-4186-86FB-D09450B4D0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4">
                  <a:lumMod val="20000"/>
                  <a:lumOff val="80000"/>
                  <a:alpha val="0"/>
                </a:schemeClr>
              </a:gs>
              <a:gs pos="100000">
                <a:schemeClr val="accent6">
                  <a:alpha val="29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B6506E8-DCF2-9F81-858C-61E9C5A9BBF4}"/>
              </a:ext>
            </a:extLst>
          </p:cNvPr>
          <p:cNvSpPr>
            <a:spLocks noGrp="1"/>
          </p:cNvSpPr>
          <p:nvPr>
            <p:ph type="title"/>
          </p:nvPr>
        </p:nvSpPr>
        <p:spPr>
          <a:xfrm>
            <a:off x="304247" y="2199386"/>
            <a:ext cx="3427968" cy="3531403"/>
          </a:xfrm>
        </p:spPr>
        <p:txBody>
          <a:bodyPr vert="horz" lIns="0" tIns="0" rIns="0" bIns="0" rtlCol="0" anchor="t">
            <a:normAutofit/>
          </a:bodyPr>
          <a:lstStyle/>
          <a:p>
            <a:r>
              <a:rPr lang="en-US" sz="4400" spc="750">
                <a:solidFill>
                  <a:schemeClr val="bg1"/>
                </a:solidFill>
                <a:latin typeface="Calibri" panose="020F0502020204030204" pitchFamily="34" charset="0"/>
                <a:cs typeface="Calibri" panose="020F0502020204030204" pitchFamily="34" charset="0"/>
              </a:rPr>
              <a:t>Results- Training roc-</a:t>
            </a:r>
            <a:r>
              <a:rPr lang="en-US" sz="4400" spc="750" err="1">
                <a:solidFill>
                  <a:schemeClr val="bg1"/>
                </a:solidFill>
                <a:latin typeface="Calibri" panose="020F0502020204030204" pitchFamily="34" charset="0"/>
                <a:cs typeface="Calibri" panose="020F0502020204030204" pitchFamily="34" charset="0"/>
              </a:rPr>
              <a:t>auc</a:t>
            </a:r>
            <a:endParaRPr lang="en-US" sz="4400" spc="750">
              <a:solidFill>
                <a:schemeClr val="bg1"/>
              </a:solidFill>
              <a:latin typeface="Calibri" panose="020F0502020204030204" pitchFamily="34" charset="0"/>
              <a:cs typeface="Calibri" panose="020F0502020204030204" pitchFamily="34" charset="0"/>
            </a:endParaRPr>
          </a:p>
        </p:txBody>
      </p:sp>
      <p:cxnSp>
        <p:nvCxnSpPr>
          <p:cNvPr id="8" name="Straight Arrow Connector 7">
            <a:extLst>
              <a:ext uri="{FF2B5EF4-FFF2-40B4-BE49-F238E27FC236}">
                <a16:creationId xmlns:a16="http://schemas.microsoft.com/office/drawing/2014/main" id="{66418260-670E-C5D0-8EB0-06F3D438374F}"/>
              </a:ext>
            </a:extLst>
          </p:cNvPr>
          <p:cNvCxnSpPr/>
          <p:nvPr/>
        </p:nvCxnSpPr>
        <p:spPr>
          <a:xfrm flipH="1" flipV="1">
            <a:off x="7685316" y="3429000"/>
            <a:ext cx="391886" cy="47861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0" name="TextBox 9">
            <a:extLst>
              <a:ext uri="{FF2B5EF4-FFF2-40B4-BE49-F238E27FC236}">
                <a16:creationId xmlns:a16="http://schemas.microsoft.com/office/drawing/2014/main" id="{09645005-F52F-186D-C80C-23A105AD5EC5}"/>
              </a:ext>
            </a:extLst>
          </p:cNvPr>
          <p:cNvSpPr txBox="1"/>
          <p:nvPr/>
        </p:nvSpPr>
        <p:spPr>
          <a:xfrm>
            <a:off x="7881258" y="3907613"/>
            <a:ext cx="1594337" cy="646331"/>
          </a:xfrm>
          <a:prstGeom prst="rect">
            <a:avLst/>
          </a:prstGeom>
          <a:noFill/>
        </p:spPr>
        <p:txBody>
          <a:bodyPr wrap="square" rtlCol="0">
            <a:spAutoFit/>
          </a:bodyPr>
          <a:lstStyle/>
          <a:p>
            <a:r>
              <a:rPr lang="en-US">
                <a:latin typeface="Calibri" panose="020F0502020204030204" pitchFamily="34" charset="0"/>
                <a:cs typeface="Calibri" panose="020F0502020204030204" pitchFamily="34" charset="0"/>
              </a:rPr>
              <a:t>Poor performance</a:t>
            </a:r>
          </a:p>
        </p:txBody>
      </p:sp>
      <p:cxnSp>
        <p:nvCxnSpPr>
          <p:cNvPr id="14" name="Straight Arrow Connector 13">
            <a:extLst>
              <a:ext uri="{FF2B5EF4-FFF2-40B4-BE49-F238E27FC236}">
                <a16:creationId xmlns:a16="http://schemas.microsoft.com/office/drawing/2014/main" id="{364B177A-883B-2F2B-1929-D52AE0286163}"/>
              </a:ext>
            </a:extLst>
          </p:cNvPr>
          <p:cNvCxnSpPr>
            <a:cxnSpLocks/>
          </p:cNvCxnSpPr>
          <p:nvPr/>
        </p:nvCxnSpPr>
        <p:spPr>
          <a:xfrm>
            <a:off x="5406013" y="1303563"/>
            <a:ext cx="362864" cy="39663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6" name="TextBox 15">
            <a:extLst>
              <a:ext uri="{FF2B5EF4-FFF2-40B4-BE49-F238E27FC236}">
                <a16:creationId xmlns:a16="http://schemas.microsoft.com/office/drawing/2014/main" id="{6F3033A1-25CC-4565-E157-C5ED58B2ACFF}"/>
              </a:ext>
            </a:extLst>
          </p:cNvPr>
          <p:cNvSpPr txBox="1"/>
          <p:nvPr/>
        </p:nvSpPr>
        <p:spPr>
          <a:xfrm>
            <a:off x="4740359" y="1031274"/>
            <a:ext cx="1881504" cy="369332"/>
          </a:xfrm>
          <a:prstGeom prst="rect">
            <a:avLst/>
          </a:prstGeom>
          <a:noFill/>
        </p:spPr>
        <p:txBody>
          <a:bodyPr wrap="square" rtlCol="0">
            <a:spAutoFit/>
          </a:bodyPr>
          <a:lstStyle/>
          <a:p>
            <a:r>
              <a:rPr lang="en-US">
                <a:latin typeface="Calibri" panose="020F0502020204030204" pitchFamily="34" charset="0"/>
                <a:cs typeface="Calibri" panose="020F0502020204030204" pitchFamily="34" charset="0"/>
              </a:rPr>
              <a:t>Best performance</a:t>
            </a:r>
          </a:p>
        </p:txBody>
      </p:sp>
      <p:sp>
        <p:nvSpPr>
          <p:cNvPr id="22" name="5-Point Star 21">
            <a:extLst>
              <a:ext uri="{FF2B5EF4-FFF2-40B4-BE49-F238E27FC236}">
                <a16:creationId xmlns:a16="http://schemas.microsoft.com/office/drawing/2014/main" id="{390BCD78-244F-E844-60DD-043BDC1C07EE}"/>
              </a:ext>
            </a:extLst>
          </p:cNvPr>
          <p:cNvSpPr/>
          <p:nvPr/>
        </p:nvSpPr>
        <p:spPr>
          <a:xfrm>
            <a:off x="10219173" y="3965088"/>
            <a:ext cx="160773" cy="170822"/>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CD13E767-CC00-992C-EBB4-9BE0870F99DE}"/>
              </a:ext>
            </a:extLst>
          </p:cNvPr>
          <p:cNvSpPr txBox="1"/>
          <p:nvPr/>
        </p:nvSpPr>
        <p:spPr>
          <a:xfrm>
            <a:off x="4290646" y="211015"/>
            <a:ext cx="6822831" cy="707886"/>
          </a:xfrm>
          <a:prstGeom prst="rect">
            <a:avLst/>
          </a:prstGeom>
          <a:noFill/>
        </p:spPr>
        <p:txBody>
          <a:bodyPr wrap="square" rtlCol="0">
            <a:spAutoFit/>
          </a:bodyPr>
          <a:lstStyle/>
          <a:p>
            <a:r>
              <a:rPr lang="en-US" sz="2000" b="1" i="0">
                <a:solidFill>
                  <a:srgbClr val="000000"/>
                </a:solidFill>
                <a:effectLst/>
                <a:latin typeface="Calibri" panose="020F0502020204030204" pitchFamily="34" charset="0"/>
              </a:rPr>
              <a:t>Figure 1: AUC-ROC of all the models. </a:t>
            </a:r>
            <a:r>
              <a:rPr lang="en-US" sz="2000" b="0" i="0">
                <a:solidFill>
                  <a:srgbClr val="000000"/>
                </a:solidFill>
                <a:effectLst/>
                <a:latin typeface="Calibri" panose="020F0502020204030204" pitchFamily="34" charset="0"/>
              </a:rPr>
              <a:t>Radial SVM appeared to have the best performance in terms of AUC-ROC</a:t>
            </a:r>
            <a:endParaRPr lang="en-US" sz="2000"/>
          </a:p>
        </p:txBody>
      </p:sp>
    </p:spTree>
    <p:extLst>
      <p:ext uri="{BB962C8B-B14F-4D97-AF65-F5344CB8AC3E}">
        <p14:creationId xmlns:p14="http://schemas.microsoft.com/office/powerpoint/2010/main" val="17499295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BD4C0BBB-0042-4603-A226-6117F3FD5B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EC44F520-2598-460E-9F91-B02F60830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 name="Rectangle 29">
            <a:extLst>
              <a:ext uri="{FF2B5EF4-FFF2-40B4-BE49-F238E27FC236}">
                <a16:creationId xmlns:a16="http://schemas.microsoft.com/office/drawing/2014/main" id="{1DBC8414-BE7E-4B6C-A114-B2C3795C88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0EC398C5-5C2E-4038-9DB3-DE2B5A9BEF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09318" y="1410082"/>
            <a:ext cx="6858000" cy="4037835"/>
          </a:xfrm>
          <a:prstGeom prst="rect">
            <a:avLst/>
          </a:prstGeom>
          <a:gradFill>
            <a:gsLst>
              <a:gs pos="8000">
                <a:schemeClr val="accent6"/>
              </a:gs>
              <a:gs pos="100000">
                <a:schemeClr val="accent5">
                  <a:alpha val="89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A2F10B26-073B-4B10-8AAA-161242DD82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53806" y="1153804"/>
            <a:ext cx="6346209" cy="4038601"/>
          </a:xfrm>
          <a:prstGeom prst="rect">
            <a:avLst/>
          </a:prstGeom>
          <a:gradFill>
            <a:gsLst>
              <a:gs pos="0">
                <a:schemeClr val="accent5">
                  <a:lumMod val="60000"/>
                  <a:lumOff val="40000"/>
                  <a:alpha val="0"/>
                </a:schemeClr>
              </a:gs>
              <a:gs pos="99000">
                <a:schemeClr val="accent2">
                  <a:alpha val="92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610DBBC7-698F-4A54-B1CB-A99F9CC356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59574" y="3578975"/>
            <a:ext cx="2502407" cy="4055644"/>
          </a:xfrm>
          <a:prstGeom prst="rect">
            <a:avLst/>
          </a:prstGeom>
          <a:gradFill>
            <a:gsLst>
              <a:gs pos="2000">
                <a:schemeClr val="accent5">
                  <a:alpha val="28000"/>
                </a:schemeClr>
              </a:gs>
              <a:gs pos="100000">
                <a:schemeClr val="accent4">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DE6E822A-8BCF-432C-83E6-BBE821476C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13000">
                <a:schemeClr val="accent4">
                  <a:lumMod val="20000"/>
                  <a:lumOff val="80000"/>
                  <a:alpha val="2000"/>
                </a:schemeClr>
              </a:gs>
              <a:gs pos="100000">
                <a:schemeClr val="accent6">
                  <a:alpha val="29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0844905-D90F-0DD5-E1B7-B254CEFC26FE}"/>
              </a:ext>
            </a:extLst>
          </p:cNvPr>
          <p:cNvSpPr>
            <a:spLocks noGrp="1"/>
          </p:cNvSpPr>
          <p:nvPr>
            <p:ph type="title"/>
          </p:nvPr>
        </p:nvSpPr>
        <p:spPr>
          <a:xfrm>
            <a:off x="35953" y="710049"/>
            <a:ext cx="4055645" cy="3406187"/>
          </a:xfrm>
        </p:spPr>
        <p:txBody>
          <a:bodyPr vert="horz" lIns="0" tIns="0" rIns="0" bIns="0" rtlCol="0" anchor="b">
            <a:normAutofit/>
          </a:bodyPr>
          <a:lstStyle/>
          <a:p>
            <a:r>
              <a:rPr lang="en-US" spc="750">
                <a:solidFill>
                  <a:schemeClr val="bg1"/>
                </a:solidFill>
                <a:latin typeface="Calibri" panose="020F0502020204030204" pitchFamily="34" charset="0"/>
                <a:cs typeface="Calibri" panose="020F0502020204030204" pitchFamily="34" charset="0"/>
              </a:rPr>
              <a:t>Results–Model improvement</a:t>
            </a:r>
          </a:p>
        </p:txBody>
      </p:sp>
      <mc:AlternateContent xmlns:mc="http://schemas.openxmlformats.org/markup-compatibility/2006">
        <mc:Choice xmlns:a14="http://schemas.microsoft.com/office/drawing/2010/main" Requires="a14">
          <p:graphicFrame>
            <p:nvGraphicFramePr>
              <p:cNvPr id="4" name="Table 3">
                <a:extLst>
                  <a:ext uri="{FF2B5EF4-FFF2-40B4-BE49-F238E27FC236}">
                    <a16:creationId xmlns:a16="http://schemas.microsoft.com/office/drawing/2014/main" id="{43702102-951C-86B9-E1D6-9896FEC83C4C}"/>
                  </a:ext>
                </a:extLst>
              </p:cNvPr>
              <p:cNvGraphicFramePr>
                <a:graphicFrameLocks noGrp="1"/>
              </p:cNvGraphicFramePr>
              <p:nvPr>
                <p:extLst>
                  <p:ext uri="{D42A27DB-BD31-4B8C-83A1-F6EECF244321}">
                    <p14:modId xmlns:p14="http://schemas.microsoft.com/office/powerpoint/2010/main" val="3979343633"/>
                  </p:ext>
                </p:extLst>
              </p:nvPr>
            </p:nvGraphicFramePr>
            <p:xfrm>
              <a:off x="4100121" y="93401"/>
              <a:ext cx="8030353" cy="6535784"/>
            </p:xfrm>
            <a:graphic>
              <a:graphicData uri="http://schemas.openxmlformats.org/drawingml/2006/table">
                <a:tbl>
                  <a:tblPr firstRow="1" bandRow="1">
                    <a:tableStyleId>{9D7B26C5-4107-4FEC-AEDC-1716B250A1EF}</a:tableStyleId>
                  </a:tblPr>
                  <a:tblGrid>
                    <a:gridCol w="3374522">
                      <a:extLst>
                        <a:ext uri="{9D8B030D-6E8A-4147-A177-3AD203B41FA5}">
                          <a16:colId xmlns:a16="http://schemas.microsoft.com/office/drawing/2014/main" val="3562418955"/>
                        </a:ext>
                      </a:extLst>
                    </a:gridCol>
                    <a:gridCol w="1313506">
                      <a:extLst>
                        <a:ext uri="{9D8B030D-6E8A-4147-A177-3AD203B41FA5}">
                          <a16:colId xmlns:a16="http://schemas.microsoft.com/office/drawing/2014/main" val="3193340367"/>
                        </a:ext>
                      </a:extLst>
                    </a:gridCol>
                    <a:gridCol w="1196878">
                      <a:extLst>
                        <a:ext uri="{9D8B030D-6E8A-4147-A177-3AD203B41FA5}">
                          <a16:colId xmlns:a16="http://schemas.microsoft.com/office/drawing/2014/main" val="2026298117"/>
                        </a:ext>
                      </a:extLst>
                    </a:gridCol>
                    <a:gridCol w="82247">
                      <a:extLst>
                        <a:ext uri="{9D8B030D-6E8A-4147-A177-3AD203B41FA5}">
                          <a16:colId xmlns:a16="http://schemas.microsoft.com/office/drawing/2014/main" val="2197378788"/>
                        </a:ext>
                      </a:extLst>
                    </a:gridCol>
                    <a:gridCol w="2063200">
                      <a:extLst>
                        <a:ext uri="{9D8B030D-6E8A-4147-A177-3AD203B41FA5}">
                          <a16:colId xmlns:a16="http://schemas.microsoft.com/office/drawing/2014/main" val="585555108"/>
                        </a:ext>
                      </a:extLst>
                    </a:gridCol>
                  </a:tblGrid>
                  <a:tr h="502335">
                    <a:tc gridSpan="5">
                      <a:txBody>
                        <a:bodyPr/>
                        <a:lstStyle/>
                        <a:p>
                          <a:pPr algn="l" rtl="0" fontAlgn="base"/>
                          <a:r>
                            <a:rPr lang="en-US" sz="2000" b="0" i="0" u="none" cap="none" spc="0">
                              <a:solidFill>
                                <a:schemeClr val="bg1"/>
                              </a:solidFill>
                              <a:effectLst/>
                              <a:latin typeface="Calibri" panose="020F0502020204030204" pitchFamily="34" charset="0"/>
                              <a:cs typeface="Calibri" panose="020F0502020204030204" pitchFamily="34" charset="0"/>
                            </a:rPr>
                            <a:t>Table 3: Training Accuracy and Cohen’s Kappa for all Classification Methods with Feature Selection and Considering Repeated Measures </a:t>
                          </a:r>
                        </a:p>
                      </a:txBody>
                      <a:tcPr marL="48722" marR="14753" marT="37478" marB="37478">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accent5"/>
                        </a:solidFill>
                      </a:tcPr>
                    </a:tc>
                    <a:tc hMerge="1">
                      <a:txBody>
                        <a:bodyPr/>
                        <a:lstStyle/>
                        <a:p>
                          <a:endParaRPr lang="en-US"/>
                        </a:p>
                      </a:txBody>
                      <a:tcPr/>
                    </a:tc>
                    <a:tc hMerge="1">
                      <a:txBody>
                        <a:bodyPr/>
                        <a:lstStyle/>
                        <a:p>
                          <a:endParaRPr lang="en-US"/>
                        </a:p>
                      </a:txBody>
                      <a:tcPr/>
                    </a:tc>
                    <a:tc hMerge="1">
                      <a:txBody>
                        <a:bodyPr/>
                        <a:lstStyle/>
                        <a:p>
                          <a:endParaRPr lang="en-US"/>
                        </a:p>
                      </a:txBody>
                      <a:tcPr>
                        <a:lnL w="12700" cap="flat" cmpd="sng" algn="ctr">
                          <a:solidFill>
                            <a:schemeClr val="bg2">
                              <a:lumMod val="90000"/>
                            </a:schemeClr>
                          </a:solidFill>
                          <a:prstDash val="solid"/>
                          <a:round/>
                          <a:headEnd type="none" w="med" len="med"/>
                          <a:tailEnd type="none" w="med" len="med"/>
                        </a:lnL>
                      </a:tcPr>
                    </a:tc>
                    <a:tc hMerge="1">
                      <a:txBody>
                        <a:bodyPr/>
                        <a:lstStyle/>
                        <a:p>
                          <a:endParaRPr lang="en-US"/>
                        </a:p>
                      </a:txBody>
                      <a:tcPr/>
                    </a:tc>
                    <a:extLst>
                      <a:ext uri="{0D108BD9-81ED-4DB2-BD59-A6C34878D82A}">
                        <a16:rowId xmlns:a16="http://schemas.microsoft.com/office/drawing/2014/main" val="1014322508"/>
                      </a:ext>
                    </a:extLst>
                  </a:tr>
                  <a:tr h="0">
                    <a:tc>
                      <a:txBody>
                        <a:bodyPr/>
                        <a:lstStyle/>
                        <a:p>
                          <a:pPr algn="ctr" rtl="0" fontAlgn="base"/>
                          <a:r>
                            <a:rPr lang="en-US" sz="2000" b="1" i="0" u="none" cap="none" spc="0">
                              <a:solidFill>
                                <a:schemeClr val="tx1"/>
                              </a:solidFill>
                              <a:effectLst/>
                              <a:latin typeface="Calibri" panose="020F0502020204030204" pitchFamily="34" charset="0"/>
                              <a:cs typeface="Calibri" panose="020F0502020204030204" pitchFamily="34" charset="0"/>
                            </a:rPr>
                            <a:t>Models</a:t>
                          </a:r>
                        </a:p>
                      </a:txBody>
                      <a:tcPr marL="48722" marR="14753" marT="37478" marB="37478">
                        <a:lnT w="12700" cap="flat" cmpd="sng" algn="ctr">
                          <a:solidFill>
                            <a:schemeClr val="bg2">
                              <a:lumMod val="90000"/>
                            </a:schemeClr>
                          </a:solidFill>
                          <a:prstDash val="solid"/>
                          <a:round/>
                          <a:headEnd type="none" w="med" len="med"/>
                          <a:tailEnd type="none" w="med" len="med"/>
                        </a:lnT>
                      </a:tcPr>
                    </a:tc>
                    <a:tc>
                      <a:txBody>
                        <a:bodyPr/>
                        <a:lstStyle/>
                        <a:p>
                          <a:pPr algn="ctr" rtl="0" fontAlgn="base"/>
                          <a:r>
                            <a:rPr lang="en-US" sz="2000" b="1" i="0" u="none" cap="none" spc="0">
                              <a:solidFill>
                                <a:schemeClr val="tx1"/>
                              </a:solidFill>
                              <a:effectLst/>
                              <a:latin typeface="Calibri" panose="020F0502020204030204" pitchFamily="34" charset="0"/>
                              <a:cs typeface="Calibri" panose="020F0502020204030204" pitchFamily="34" charset="0"/>
                            </a:rPr>
                            <a:t>Accuracy  </a:t>
                          </a:r>
                        </a:p>
                      </a:txBody>
                      <a:tcPr marL="48722" marR="14753" marT="37478" marB="37478">
                        <a:lnT w="12700" cap="flat" cmpd="sng" algn="ctr">
                          <a:solidFill>
                            <a:schemeClr val="bg2">
                              <a:lumMod val="90000"/>
                            </a:schemeClr>
                          </a:solidFill>
                          <a:prstDash val="solid"/>
                          <a:round/>
                          <a:headEnd type="none" w="med" len="med"/>
                          <a:tailEnd type="none" w="med" len="med"/>
                        </a:lnT>
                      </a:tcPr>
                    </a:tc>
                    <a:tc>
                      <a:txBody>
                        <a:bodyPr/>
                        <a:lstStyle/>
                        <a:p>
                          <a:pPr algn="ctr" rtl="0" fontAlgn="base"/>
                          <a:r>
                            <a:rPr lang="en-US" sz="2000" b="1" i="0" u="none" cap="none" spc="0">
                              <a:solidFill>
                                <a:schemeClr val="tx1"/>
                              </a:solidFill>
                              <a:effectLst/>
                              <a:latin typeface="Calibri" panose="020F0502020204030204" pitchFamily="34" charset="0"/>
                              <a:cs typeface="Calibri" panose="020F0502020204030204" pitchFamily="34" charset="0"/>
                            </a:rPr>
                            <a:t>Kappa  </a:t>
                          </a:r>
                        </a:p>
                      </a:txBody>
                      <a:tcPr marL="48722" marR="14753" marT="37478" marB="37478">
                        <a:lnT w="12700" cap="flat" cmpd="sng" algn="ctr">
                          <a:solidFill>
                            <a:schemeClr val="bg2">
                              <a:lumMod val="90000"/>
                            </a:schemeClr>
                          </a:solidFill>
                          <a:prstDash val="solid"/>
                          <a:round/>
                          <a:headEnd type="none" w="med" len="med"/>
                          <a:tailEnd type="none" w="med" len="med"/>
                        </a:lnT>
                      </a:tcPr>
                    </a:tc>
                    <a:tc gridSpan="2">
                      <a:txBody>
                        <a:bodyPr/>
                        <a:lstStyle/>
                        <a:p>
                          <a:pPr algn="ctr" rtl="0" fontAlgn="base"/>
                          <a:r>
                            <a:rPr lang="en-US" sz="2000" b="1" i="0" u="none" cap="none" spc="0">
                              <a:solidFill>
                                <a:schemeClr val="tx1"/>
                              </a:solidFill>
                              <a:effectLst/>
                              <a:latin typeface="Calibri" panose="020F0502020204030204" pitchFamily="34" charset="0"/>
                              <a:cs typeface="Calibri" panose="020F0502020204030204" pitchFamily="34" charset="0"/>
                            </a:rPr>
                            <a:t>Parameters  </a:t>
                          </a:r>
                        </a:p>
                      </a:txBody>
                      <a:tcPr marL="48722" marR="14753" marT="37478" marB="37478">
                        <a:lnT w="12700" cap="flat" cmpd="sng" algn="ctr">
                          <a:solidFill>
                            <a:schemeClr val="bg2">
                              <a:lumMod val="90000"/>
                            </a:schemeClr>
                          </a:solidFill>
                          <a:prstDash val="solid"/>
                          <a:round/>
                          <a:headEnd type="none" w="med" len="med"/>
                          <a:tailEnd type="none" w="med" len="med"/>
                        </a:lnT>
                      </a:tcPr>
                    </a:tc>
                    <a:tc hMerge="1">
                      <a:txBody>
                        <a:bodyPr/>
                        <a:lstStyle/>
                        <a:p>
                          <a:pPr algn="ctr" rtl="0" fontAlgn="base"/>
                          <a:r>
                            <a:rPr lang="en-US" sz="1800" b="1" cap="none" spc="0">
                              <a:solidFill>
                                <a:schemeClr val="tx1"/>
                              </a:solidFill>
                              <a:effectLst/>
                            </a:rPr>
                            <a:t>Parameters</a:t>
                          </a:r>
                          <a:r>
                            <a:rPr lang="en-US" sz="1800" b="0" cap="none" spc="0">
                              <a:solidFill>
                                <a:schemeClr val="tx1"/>
                              </a:solidFill>
                              <a:effectLst/>
                            </a:rPr>
                            <a:t>  </a:t>
                          </a:r>
                          <a:endParaRPr lang="en-US" sz="1800" b="0" i="0" cap="none" spc="0">
                            <a:solidFill>
                              <a:schemeClr val="tx1"/>
                            </a:solidFill>
                            <a:effectLst/>
                          </a:endParaRPr>
                        </a:p>
                      </a:txBody>
                      <a:tcPr marL="63241" marR="19149" marT="48647" marB="48647"/>
                    </a:tc>
                    <a:extLst>
                      <a:ext uri="{0D108BD9-81ED-4DB2-BD59-A6C34878D82A}">
                        <a16:rowId xmlns:a16="http://schemas.microsoft.com/office/drawing/2014/main" val="2480328308"/>
                      </a:ext>
                    </a:extLst>
                  </a:tr>
                  <a:tr h="302736">
                    <a:tc gridSpan="5">
                      <a:txBody>
                        <a:bodyPr/>
                        <a:lstStyle/>
                        <a:p>
                          <a:pPr algn="ctr" rtl="0" fontAlgn="base"/>
                          <a:r>
                            <a:rPr lang="en-US" sz="2000" b="1" i="0" u="none" cap="none" spc="0">
                              <a:solidFill>
                                <a:schemeClr val="tx1"/>
                              </a:solidFill>
                              <a:effectLst/>
                              <a:latin typeface="Calibri" panose="020F0502020204030204" pitchFamily="34" charset="0"/>
                              <a:cs typeface="Calibri" panose="020F0502020204030204" pitchFamily="34" charset="0"/>
                            </a:rPr>
                            <a:t>Parametric Methods  </a:t>
                          </a:r>
                        </a:p>
                      </a:txBody>
                      <a:tcPr marL="48722" marR="14753" marT="37478" marB="37478"/>
                    </a:tc>
                    <a:tc hMerge="1">
                      <a:txBody>
                        <a:bodyPr/>
                        <a:lstStyle/>
                        <a:p>
                          <a:endParaRPr lang="en-US"/>
                        </a:p>
                      </a:txBody>
                      <a:tcPr/>
                    </a:tc>
                    <a:tc hMerge="1">
                      <a:txBody>
                        <a:bodyPr/>
                        <a:lstStyle/>
                        <a:p>
                          <a:endParaRPr lang="en-US"/>
                        </a:p>
                      </a:txBody>
                      <a:tcPr/>
                    </a:tc>
                    <a:tc hMerge="1">
                      <a:txBody>
                        <a:bodyPr/>
                        <a:lstStyle/>
                        <a:p>
                          <a:endParaRPr lang="en-US"/>
                        </a:p>
                      </a:txBody>
                      <a:tcPr>
                        <a:lnL w="12700" cap="flat" cmpd="sng" algn="ctr">
                          <a:solidFill>
                            <a:schemeClr val="bg2">
                              <a:lumMod val="90000"/>
                            </a:schemeClr>
                          </a:solidFill>
                          <a:prstDash val="solid"/>
                          <a:round/>
                          <a:headEnd type="none" w="med" len="med"/>
                          <a:tailEnd type="none" w="med" len="med"/>
                        </a:lnL>
                        <a:lnT w="12700" cap="flat" cmpd="sng" algn="ctr">
                          <a:solidFill>
                            <a:schemeClr val="bg2">
                              <a:lumMod val="90000"/>
                            </a:schemeClr>
                          </a:solidFill>
                          <a:prstDash val="solid"/>
                          <a:round/>
                          <a:headEnd type="none" w="med" len="med"/>
                          <a:tailEnd type="none" w="med" len="med"/>
                        </a:lnT>
                      </a:tcPr>
                    </a:tc>
                    <a:tc hMerge="1">
                      <a:txBody>
                        <a:bodyPr/>
                        <a:lstStyle/>
                        <a:p>
                          <a:endParaRPr lang="en-US"/>
                        </a:p>
                      </a:txBody>
                      <a:tcPr/>
                    </a:tc>
                    <a:extLst>
                      <a:ext uri="{0D108BD9-81ED-4DB2-BD59-A6C34878D82A}">
                        <a16:rowId xmlns:a16="http://schemas.microsoft.com/office/drawing/2014/main" val="2904317826"/>
                      </a:ext>
                    </a:extLst>
                  </a:tr>
                  <a:tr h="302736">
                    <a:tc>
                      <a:txBody>
                        <a:bodyPr/>
                        <a:lstStyle/>
                        <a:p>
                          <a:pPr algn="l" rtl="0" fontAlgn="base"/>
                          <a:r>
                            <a:rPr lang="en-US" sz="2000" b="0" i="0" u="none" cap="none" spc="0">
                              <a:solidFill>
                                <a:schemeClr val="tx1"/>
                              </a:solidFill>
                              <a:effectLst/>
                              <a:latin typeface="Calibri" panose="020F0502020204030204" pitchFamily="34" charset="0"/>
                              <a:cs typeface="Calibri" panose="020F0502020204030204" pitchFamily="34" charset="0"/>
                            </a:rPr>
                            <a:t>Multiple Logistic Regression  </a:t>
                          </a:r>
                        </a:p>
                      </a:txBody>
                      <a:tcPr marL="48722" marR="14753" marT="37478" marB="37478"/>
                    </a:tc>
                    <a:tc>
                      <a:txBody>
                        <a:bodyPr/>
                        <a:lstStyle/>
                        <a:p>
                          <a:pPr algn="ctr" rtl="0" fontAlgn="base"/>
                          <a:r>
                            <a:rPr lang="en-US" sz="2000" b="0" i="0" u="none" cap="none" spc="0">
                              <a:solidFill>
                                <a:schemeClr val="tx1"/>
                              </a:solidFill>
                              <a:effectLst/>
                              <a:latin typeface="Calibri" panose="020F0502020204030204" pitchFamily="34" charset="0"/>
                              <a:cs typeface="Calibri" panose="020F0502020204030204" pitchFamily="34" charset="0"/>
                            </a:rPr>
                            <a:t>0.8222 </a:t>
                          </a:r>
                        </a:p>
                      </a:txBody>
                      <a:tcPr marL="48722" marR="14753" marT="37478" marB="37478" anchor="ctr"/>
                    </a:tc>
                    <a:tc>
                      <a:txBody>
                        <a:bodyPr/>
                        <a:lstStyle/>
                        <a:p>
                          <a:pPr algn="ctr" rtl="0" fontAlgn="base"/>
                          <a:r>
                            <a:rPr lang="en-US" sz="2000" b="0" i="0" u="none" cap="none" spc="0">
                              <a:solidFill>
                                <a:schemeClr val="tx1"/>
                              </a:solidFill>
                              <a:effectLst/>
                              <a:latin typeface="Calibri" panose="020F0502020204030204" pitchFamily="34" charset="0"/>
                              <a:cs typeface="Calibri" panose="020F0502020204030204" pitchFamily="34" charset="0"/>
                            </a:rPr>
                            <a:t>0.5515 </a:t>
                          </a:r>
                        </a:p>
                      </a:txBody>
                      <a:tcPr marL="48722" marR="14753" marT="37478" marB="37478" anchor="ctr"/>
                    </a:tc>
                    <a:tc gridSpan="2">
                      <a:txBody>
                        <a:bodyPr/>
                        <a:lstStyle/>
                        <a:p>
                          <a:pPr algn="ctr" rtl="0" fontAlgn="base"/>
                          <a:r>
                            <a:rPr lang="en-US" sz="2000" b="0" i="0" u="none" cap="none" spc="0">
                              <a:solidFill>
                                <a:schemeClr val="tx1"/>
                              </a:solidFill>
                              <a:effectLst/>
                              <a:latin typeface="Calibri" panose="020F0502020204030204" pitchFamily="34" charset="0"/>
                              <a:cs typeface="Calibri" panose="020F0502020204030204" pitchFamily="34" charset="0"/>
                            </a:rPr>
                            <a:t>-  </a:t>
                          </a:r>
                        </a:p>
                      </a:txBody>
                      <a:tcPr marL="48722" marR="14753" marT="37478" marB="37478" anchor="ctr"/>
                    </a:tc>
                    <a:tc hMerge="1">
                      <a:txBody>
                        <a:bodyPr/>
                        <a:lstStyle/>
                        <a:p>
                          <a:pPr algn="ctr" rtl="0" fontAlgn="base"/>
                          <a:r>
                            <a:rPr lang="en-US" sz="1800" b="0" cap="none" spc="0">
                              <a:solidFill>
                                <a:schemeClr val="tx1"/>
                              </a:solidFill>
                              <a:effectLst/>
                            </a:rPr>
                            <a:t>-  </a:t>
                          </a:r>
                          <a:endParaRPr lang="en-US" sz="1800" b="0" i="0" cap="none" spc="0">
                            <a:solidFill>
                              <a:schemeClr val="tx1"/>
                            </a:solidFill>
                            <a:effectLst/>
                          </a:endParaRPr>
                        </a:p>
                      </a:txBody>
                      <a:tcPr marL="63241" marR="19149" marT="48647" marB="48647">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tcPr>
                    </a:tc>
                    <a:extLst>
                      <a:ext uri="{0D108BD9-81ED-4DB2-BD59-A6C34878D82A}">
                        <a16:rowId xmlns:a16="http://schemas.microsoft.com/office/drawing/2014/main" val="1325279331"/>
                      </a:ext>
                    </a:extLst>
                  </a:tr>
                  <a:tr h="302736">
                    <a:tc>
                      <a:txBody>
                        <a:bodyPr/>
                        <a:lstStyle/>
                        <a:p>
                          <a:pPr algn="l" rtl="0" fontAlgn="base"/>
                          <a:r>
                            <a:rPr lang="en-US" sz="2000" b="0" i="0" u="none" cap="none" spc="0">
                              <a:solidFill>
                                <a:schemeClr val="tx1"/>
                              </a:solidFill>
                              <a:effectLst/>
                              <a:latin typeface="Calibri" panose="020F0502020204030204" pitchFamily="34" charset="0"/>
                              <a:cs typeface="Calibri" panose="020F0502020204030204" pitchFamily="34" charset="0"/>
                            </a:rPr>
                            <a:t>Lasso Regression  </a:t>
                          </a:r>
                        </a:p>
                      </a:txBody>
                      <a:tcPr marL="48722" marR="14753" marT="37478" marB="37478"/>
                    </a:tc>
                    <a:tc>
                      <a:txBody>
                        <a:bodyPr/>
                        <a:lstStyle/>
                        <a:p>
                          <a:pPr algn="ctr" rtl="0" fontAlgn="base"/>
                          <a:r>
                            <a:rPr lang="en-US" sz="2000" b="0" i="0" u="none" cap="none" spc="0">
                              <a:solidFill>
                                <a:schemeClr val="tx1"/>
                              </a:solidFill>
                              <a:effectLst/>
                              <a:latin typeface="Calibri" panose="020F0502020204030204" pitchFamily="34" charset="0"/>
                              <a:cs typeface="Calibri" panose="020F0502020204030204" pitchFamily="34" charset="0"/>
                            </a:rPr>
                            <a:t>0.8788  </a:t>
                          </a:r>
                        </a:p>
                      </a:txBody>
                      <a:tcPr marL="48722" marR="14753" marT="37478" marB="37478" anchor="ctr"/>
                    </a:tc>
                    <a:tc>
                      <a:txBody>
                        <a:bodyPr/>
                        <a:lstStyle/>
                        <a:p>
                          <a:pPr algn="ctr" rtl="0" fontAlgn="base"/>
                          <a:r>
                            <a:rPr lang="en-US" sz="2000" b="0" i="0" u="none" cap="none" spc="0">
                              <a:solidFill>
                                <a:schemeClr val="tx1"/>
                              </a:solidFill>
                              <a:effectLst/>
                              <a:latin typeface="Calibri" panose="020F0502020204030204" pitchFamily="34" charset="0"/>
                              <a:cs typeface="Calibri" panose="020F0502020204030204" pitchFamily="34" charset="0"/>
                            </a:rPr>
                            <a:t>0.6564  </a:t>
                          </a:r>
                        </a:p>
                      </a:txBody>
                      <a:tcPr marL="48722" marR="14753" marT="37478" marB="37478" anchor="ctr"/>
                    </a:tc>
                    <a:tc gridSpan="2">
                      <a:txBody>
                        <a:bodyPr/>
                        <a:lstStyle/>
                        <a:p>
                          <a:pPr algn="ctr" rtl="0" fontAlgn="base"/>
                          <a14:m>
                            <m:oMath xmlns:m="http://schemas.openxmlformats.org/officeDocument/2006/math">
                              <m:r>
                                <m:rPr>
                                  <m:sty m:val="p"/>
                                </m:rPr>
                                <a:rPr lang="en-US" sz="2000" b="0" i="0" u="none" cap="none" spc="0" dirty="0" smtClean="0">
                                  <a:solidFill>
                                    <a:schemeClr val="tx1"/>
                                  </a:solidFill>
                                  <a:effectLst/>
                                  <a:latin typeface="Cambria Math" panose="02040503050406030204" pitchFamily="18" charset="0"/>
                                </a:rPr>
                                <m:t>α</m:t>
                              </m:r>
                            </m:oMath>
                          </a14:m>
                          <a:r>
                            <a:rPr lang="en-US" sz="2000" b="0" i="0" u="none" cap="none" spc="0">
                              <a:solidFill>
                                <a:schemeClr val="tx1"/>
                              </a:solidFill>
                              <a:effectLst/>
                              <a:latin typeface="Calibri" panose="020F0502020204030204" pitchFamily="34" charset="0"/>
                              <a:cs typeface="Calibri" panose="020F0502020204030204" pitchFamily="34" charset="0"/>
                            </a:rPr>
                            <a:t> = 1,  </a:t>
                          </a:r>
                          <a:r>
                            <a:rPr lang="el-GR" sz="2000" b="0" i="0" u="none" cap="none" spc="0">
                              <a:solidFill>
                                <a:schemeClr val="tx1"/>
                              </a:solidFill>
                              <a:effectLst/>
                              <a:latin typeface="Calibri" panose="020F0502020204030204" pitchFamily="34" charset="0"/>
                              <a:cs typeface="Calibri" panose="020F0502020204030204" pitchFamily="34" charset="0"/>
                            </a:rPr>
                            <a:t>λ= 0.0021 </a:t>
                          </a:r>
                          <a:endParaRPr lang="en-US" sz="2000" b="0" i="0" u="none" cap="none" spc="0">
                            <a:solidFill>
                              <a:schemeClr val="tx1"/>
                            </a:solidFill>
                            <a:effectLst/>
                            <a:latin typeface="Calibri" panose="020F0502020204030204" pitchFamily="34" charset="0"/>
                            <a:cs typeface="Calibri" panose="020F0502020204030204" pitchFamily="34" charset="0"/>
                          </a:endParaRPr>
                        </a:p>
                      </a:txBody>
                      <a:tcPr marL="48722" marR="14753" marT="37478" marB="37478" anchor="ctr"/>
                    </a:tc>
                    <a:tc hMerge="1">
                      <a:txBody>
                        <a:bodyPr/>
                        <a:lstStyle/>
                        <a:p>
                          <a:pPr algn="ctr" rtl="0" fontAlgn="base"/>
                          <a:r>
                            <a:rPr lang="en-US" sz="1800" b="0" cap="none" spc="0">
                              <a:solidFill>
                                <a:schemeClr val="tx1"/>
                              </a:solidFill>
                              <a:effectLst/>
                            </a:rPr>
                            <a:t>alpha = 1,  </a:t>
                          </a:r>
                        </a:p>
                        <a:p>
                          <a:pPr algn="ctr" rtl="0" fontAlgn="base"/>
                          <a:r>
                            <a:rPr lang="el-GR" sz="1800" b="0" cap="none" spc="0">
                              <a:solidFill>
                                <a:schemeClr val="tx1"/>
                              </a:solidFill>
                              <a:effectLst/>
                            </a:rPr>
                            <a:t>λ= 0.0021 </a:t>
                          </a:r>
                          <a:endParaRPr lang="el-GR" sz="1800" b="0" i="0" cap="none" spc="0">
                            <a:solidFill>
                              <a:schemeClr val="tx1"/>
                            </a:solidFill>
                            <a:effectLst/>
                          </a:endParaRPr>
                        </a:p>
                      </a:txBody>
                      <a:tcPr marL="63241" marR="19149" marT="48647" marB="48647">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tcPr>
                    </a:tc>
                    <a:extLst>
                      <a:ext uri="{0D108BD9-81ED-4DB2-BD59-A6C34878D82A}">
                        <a16:rowId xmlns:a16="http://schemas.microsoft.com/office/drawing/2014/main" val="384924601"/>
                      </a:ext>
                    </a:extLst>
                  </a:tr>
                  <a:tr h="302736">
                    <a:tc gridSpan="5">
                      <a:txBody>
                        <a:bodyPr/>
                        <a:lstStyle/>
                        <a:p>
                          <a:pPr algn="ctr" rtl="0" fontAlgn="base"/>
                          <a:r>
                            <a:rPr lang="en-US" sz="2000" b="1" i="0" u="none" cap="none" spc="0">
                              <a:solidFill>
                                <a:schemeClr val="tx1"/>
                              </a:solidFill>
                              <a:effectLst/>
                              <a:latin typeface="Calibri" panose="020F0502020204030204" pitchFamily="34" charset="0"/>
                              <a:cs typeface="Calibri" panose="020F0502020204030204" pitchFamily="34" charset="0"/>
                            </a:rPr>
                            <a:t>Non-Parametric Methods  </a:t>
                          </a:r>
                        </a:p>
                      </a:txBody>
                      <a:tcPr marL="48722" marR="14753" marT="37478" marB="37478" anchor="ctr"/>
                    </a:tc>
                    <a:tc hMerge="1">
                      <a:txBody>
                        <a:bodyPr/>
                        <a:lstStyle/>
                        <a:p>
                          <a:endParaRPr lang="en-US"/>
                        </a:p>
                      </a:txBody>
                      <a:tcPr/>
                    </a:tc>
                    <a:tc hMerge="1">
                      <a:txBody>
                        <a:bodyPr/>
                        <a:lstStyle/>
                        <a:p>
                          <a:endParaRPr lang="en-US"/>
                        </a:p>
                      </a:txBody>
                      <a:tcPr/>
                    </a:tc>
                    <a:tc hMerge="1">
                      <a:txBody>
                        <a:bodyPr/>
                        <a:lstStyle/>
                        <a:p>
                          <a:endParaRPr lang="en-US"/>
                        </a:p>
                      </a:txBody>
                      <a:tcPr>
                        <a:lnL w="12700" cap="flat" cmpd="sng" algn="ctr">
                          <a:solidFill>
                            <a:schemeClr val="bg2">
                              <a:lumMod val="90000"/>
                            </a:schemeClr>
                          </a:solidFill>
                          <a:prstDash val="solid"/>
                          <a:round/>
                          <a:headEnd type="none" w="med" len="med"/>
                          <a:tailEnd type="none" w="med" len="med"/>
                        </a:lnL>
                        <a:lnT w="12700" cap="flat" cmpd="sng" algn="ctr">
                          <a:solidFill>
                            <a:schemeClr val="bg2">
                              <a:lumMod val="90000"/>
                            </a:schemeClr>
                          </a:solidFill>
                          <a:prstDash val="solid"/>
                          <a:round/>
                          <a:headEnd type="none" w="med" len="med"/>
                          <a:tailEnd type="none" w="med" len="med"/>
                        </a:lnT>
                      </a:tcPr>
                    </a:tc>
                    <a:tc hMerge="1">
                      <a:txBody>
                        <a:bodyPr/>
                        <a:lstStyle/>
                        <a:p>
                          <a:endParaRPr lang="en-US"/>
                        </a:p>
                      </a:txBody>
                      <a:tcPr/>
                    </a:tc>
                    <a:extLst>
                      <a:ext uri="{0D108BD9-81ED-4DB2-BD59-A6C34878D82A}">
                        <a16:rowId xmlns:a16="http://schemas.microsoft.com/office/drawing/2014/main" val="816455187"/>
                      </a:ext>
                    </a:extLst>
                  </a:tr>
                  <a:tr h="502335">
                    <a:tc>
                      <a:txBody>
                        <a:bodyPr/>
                        <a:lstStyle/>
                        <a:p>
                          <a:pPr algn="l" rtl="0" fontAlgn="base"/>
                          <a:r>
                            <a:rPr lang="en-US" sz="2000" b="1" i="0" u="none" cap="none" spc="0">
                              <a:solidFill>
                                <a:schemeClr val="accent6"/>
                              </a:solidFill>
                              <a:effectLst/>
                              <a:latin typeface="Calibri" panose="020F0502020204030204" pitchFamily="34" charset="0"/>
                              <a:cs typeface="Calibri" panose="020F0502020204030204" pitchFamily="34" charset="0"/>
                            </a:rPr>
                            <a:t>Radial Kernel Support Vector Classifier (SVM)  </a:t>
                          </a:r>
                        </a:p>
                      </a:txBody>
                      <a:tcPr marL="48722" marR="14753" marT="37478" marB="37478"/>
                    </a:tc>
                    <a:tc>
                      <a:txBody>
                        <a:bodyPr/>
                        <a:lstStyle/>
                        <a:p>
                          <a:pPr algn="ctr" rtl="0" fontAlgn="base"/>
                          <a:r>
                            <a:rPr lang="en-US" sz="2000" b="0" i="0" u="none" cap="none" spc="0">
                              <a:solidFill>
                                <a:schemeClr val="accent6"/>
                              </a:solidFill>
                              <a:effectLst/>
                              <a:latin typeface="Calibri" panose="020F0502020204030204" pitchFamily="34" charset="0"/>
                              <a:cs typeface="Calibri" panose="020F0502020204030204" pitchFamily="34" charset="0"/>
                            </a:rPr>
                            <a:t>0.9261* </a:t>
                          </a:r>
                        </a:p>
                      </a:txBody>
                      <a:tcPr marL="48722" marR="14753" marT="37478" marB="37478" anchor="ctr"/>
                    </a:tc>
                    <a:tc>
                      <a:txBody>
                        <a:bodyPr/>
                        <a:lstStyle/>
                        <a:p>
                          <a:pPr algn="ctr" rtl="0" fontAlgn="base"/>
                          <a:r>
                            <a:rPr lang="en-US" sz="2000" b="0" i="0" u="none" cap="none" spc="0">
                              <a:solidFill>
                                <a:schemeClr val="accent6"/>
                              </a:solidFill>
                              <a:effectLst/>
                              <a:latin typeface="Calibri" panose="020F0502020204030204" pitchFamily="34" charset="0"/>
                              <a:cs typeface="Calibri" panose="020F0502020204030204" pitchFamily="34" charset="0"/>
                            </a:rPr>
                            <a:t>0.8001 </a:t>
                          </a:r>
                        </a:p>
                      </a:txBody>
                      <a:tcPr marL="48722" marR="14753" marT="37478" marB="37478" anchor="ctr"/>
                    </a:tc>
                    <a:tc gridSpan="2">
                      <a:txBody>
                        <a:bodyPr/>
                        <a:lstStyle/>
                        <a:p>
                          <a:pPr algn="ctr" rtl="0" fontAlgn="base"/>
                          <a14:m>
                            <m:oMath xmlns:m="http://schemas.openxmlformats.org/officeDocument/2006/math">
                              <m:r>
                                <m:rPr>
                                  <m:sty m:val="p"/>
                                </m:rPr>
                                <a:rPr lang="en-US" sz="2000" b="0" i="0" u="none" cap="none" spc="0" dirty="0" smtClean="0">
                                  <a:solidFill>
                                    <a:schemeClr val="accent6"/>
                                  </a:solidFill>
                                  <a:effectLst/>
                                  <a:latin typeface="Cambria Math" panose="02040503050406030204" pitchFamily="18" charset="0"/>
                                </a:rPr>
                                <m:t>σ</m:t>
                              </m:r>
                            </m:oMath>
                          </a14:m>
                          <a:r>
                            <a:rPr lang="en-US" sz="2000" b="0" i="0" u="none" cap="none" spc="0">
                              <a:solidFill>
                                <a:schemeClr val="accent6"/>
                              </a:solidFill>
                              <a:effectLst/>
                              <a:latin typeface="Calibri" panose="020F0502020204030204" pitchFamily="34" charset="0"/>
                              <a:cs typeface="Calibri" panose="020F0502020204030204" pitchFamily="34" charset="0"/>
                            </a:rPr>
                            <a:t>= 0.0073, </a:t>
                          </a:r>
                        </a:p>
                        <a:p>
                          <a:pPr algn="ctr" rtl="0" fontAlgn="base"/>
                          <a:r>
                            <a:rPr lang="en-US" sz="2000" b="0" i="0" u="none" cap="none" spc="0">
                              <a:solidFill>
                                <a:schemeClr val="accent6"/>
                              </a:solidFill>
                              <a:effectLst/>
                              <a:latin typeface="Calibri" panose="020F0502020204030204" pitchFamily="34" charset="0"/>
                              <a:cs typeface="Calibri" panose="020F0502020204030204" pitchFamily="34" charset="0"/>
                            </a:rPr>
                            <a:t>cost = 131072 </a:t>
                          </a:r>
                        </a:p>
                      </a:txBody>
                      <a:tcPr marL="48722" marR="14753" marT="37478" marB="37478" anchor="ctr"/>
                    </a:tc>
                    <a:tc hMerge="1">
                      <a:txBody>
                        <a:bodyPr/>
                        <a:lstStyle/>
                        <a:p>
                          <a:pPr algn="ctr" rtl="0" fontAlgn="base"/>
                          <a:r>
                            <a:rPr lang="en-US" sz="1800" b="1" cap="none" spc="0">
                              <a:solidFill>
                                <a:schemeClr val="tx1"/>
                              </a:solidFill>
                              <a:effectLst/>
                            </a:rPr>
                            <a:t>s= 0.0073, </a:t>
                          </a:r>
                        </a:p>
                        <a:p>
                          <a:pPr algn="ctr" rtl="0" fontAlgn="base"/>
                          <a:r>
                            <a:rPr lang="en-US" sz="1800" b="1" cap="none" spc="0">
                              <a:solidFill>
                                <a:schemeClr val="tx1"/>
                              </a:solidFill>
                              <a:effectLst/>
                            </a:rPr>
                            <a:t> cost = 131072 </a:t>
                          </a:r>
                          <a:endParaRPr lang="en-US" sz="1800" b="1" i="0" cap="none" spc="0">
                            <a:solidFill>
                              <a:schemeClr val="tx1"/>
                            </a:solidFill>
                            <a:effectLst/>
                          </a:endParaRPr>
                        </a:p>
                      </a:txBody>
                      <a:tcPr marL="63241" marR="19149" marT="48647" marB="48647">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tcPr>
                    </a:tc>
                    <a:extLst>
                      <a:ext uri="{0D108BD9-81ED-4DB2-BD59-A6C34878D82A}">
                        <a16:rowId xmlns:a16="http://schemas.microsoft.com/office/drawing/2014/main" val="1410223819"/>
                      </a:ext>
                    </a:extLst>
                  </a:tr>
                  <a:tr h="302736">
                    <a:tc>
                      <a:txBody>
                        <a:bodyPr/>
                        <a:lstStyle/>
                        <a:p>
                          <a:pPr algn="l" rtl="0" fontAlgn="base"/>
                          <a:r>
                            <a:rPr lang="en-US" sz="2000" b="0" i="0" u="none" cap="none" spc="0">
                              <a:solidFill>
                                <a:schemeClr val="tx1"/>
                              </a:solidFill>
                              <a:effectLst/>
                              <a:latin typeface="Calibri" panose="020F0502020204030204" pitchFamily="34" charset="0"/>
                              <a:cs typeface="Calibri" panose="020F0502020204030204" pitchFamily="34" charset="0"/>
                            </a:rPr>
                            <a:t>Classification Trees  </a:t>
                          </a:r>
                        </a:p>
                      </a:txBody>
                      <a:tcPr marL="48722" marR="14753" marT="37478" marB="37478"/>
                    </a:tc>
                    <a:tc>
                      <a:txBody>
                        <a:bodyPr/>
                        <a:lstStyle/>
                        <a:p>
                          <a:pPr algn="ctr" rtl="0" fontAlgn="base"/>
                          <a:r>
                            <a:rPr lang="en-US" sz="2000" b="0" i="0" u="none" cap="none" spc="0">
                              <a:solidFill>
                                <a:schemeClr val="tx1"/>
                              </a:solidFill>
                              <a:effectLst/>
                              <a:latin typeface="Calibri" panose="020F0502020204030204" pitchFamily="34" charset="0"/>
                              <a:cs typeface="Calibri" panose="020F0502020204030204" pitchFamily="34" charset="0"/>
                            </a:rPr>
                            <a:t>0.8182 </a:t>
                          </a:r>
                        </a:p>
                      </a:txBody>
                      <a:tcPr marL="48722" marR="14753" marT="37478" marB="37478" anchor="ctr"/>
                    </a:tc>
                    <a:tc>
                      <a:txBody>
                        <a:bodyPr/>
                        <a:lstStyle/>
                        <a:p>
                          <a:pPr algn="ctr" rtl="0" fontAlgn="base"/>
                          <a:r>
                            <a:rPr lang="en-US" sz="2000" b="0" i="0" u="none" cap="none" spc="0">
                              <a:solidFill>
                                <a:schemeClr val="tx1"/>
                              </a:solidFill>
                              <a:effectLst/>
                              <a:latin typeface="Calibri" panose="020F0502020204030204" pitchFamily="34" charset="0"/>
                              <a:cs typeface="Calibri" panose="020F0502020204030204" pitchFamily="34" charset="0"/>
                            </a:rPr>
                            <a:t>0.5755  </a:t>
                          </a:r>
                        </a:p>
                      </a:txBody>
                      <a:tcPr marL="48722" marR="14753" marT="37478" marB="37478" anchor="ctr"/>
                    </a:tc>
                    <a:tc gridSpan="2">
                      <a:txBody>
                        <a:bodyPr/>
                        <a:lstStyle/>
                        <a:p>
                          <a:pPr algn="ctr" rtl="0" fontAlgn="base"/>
                          <a:r>
                            <a:rPr lang="en-US" sz="2000" b="0" i="0" u="none" cap="none" spc="0">
                              <a:solidFill>
                                <a:schemeClr val="tx1"/>
                              </a:solidFill>
                              <a:effectLst/>
                              <a:latin typeface="Calibri" panose="020F0502020204030204" pitchFamily="34" charset="0"/>
                              <a:cs typeface="Calibri" panose="020F0502020204030204" pitchFamily="34" charset="0"/>
                            </a:rPr>
                            <a:t>cp = 0.0059  </a:t>
                          </a:r>
                        </a:p>
                      </a:txBody>
                      <a:tcPr marL="48722" marR="14753" marT="37478" marB="37478" anchor="ctr"/>
                    </a:tc>
                    <a:tc hMerge="1">
                      <a:txBody>
                        <a:bodyPr/>
                        <a:lstStyle/>
                        <a:p>
                          <a:pPr algn="ctr" rtl="0" fontAlgn="base"/>
                          <a:r>
                            <a:rPr lang="en-US" sz="1800" b="0" cap="none" spc="0">
                              <a:solidFill>
                                <a:schemeClr val="tx1"/>
                              </a:solidFill>
                              <a:effectLst/>
                            </a:rPr>
                            <a:t>cp = 0.0059  </a:t>
                          </a:r>
                          <a:endParaRPr lang="en-US" sz="1800" b="0" i="0" cap="none" spc="0">
                            <a:solidFill>
                              <a:schemeClr val="tx1"/>
                            </a:solidFill>
                            <a:effectLst/>
                          </a:endParaRPr>
                        </a:p>
                      </a:txBody>
                      <a:tcPr marL="63241" marR="19149" marT="48647" marB="48647">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tcPr>
                    </a:tc>
                    <a:extLst>
                      <a:ext uri="{0D108BD9-81ED-4DB2-BD59-A6C34878D82A}">
                        <a16:rowId xmlns:a16="http://schemas.microsoft.com/office/drawing/2014/main" val="1535821104"/>
                      </a:ext>
                    </a:extLst>
                  </a:tr>
                  <a:tr h="302736">
                    <a:tc>
                      <a:txBody>
                        <a:bodyPr/>
                        <a:lstStyle/>
                        <a:p>
                          <a:pPr algn="l" rtl="0" fontAlgn="base"/>
                          <a:r>
                            <a:rPr lang="en-US" sz="2000" b="0" i="0" u="none" cap="none" spc="0">
                              <a:solidFill>
                                <a:schemeClr val="tx1"/>
                              </a:solidFill>
                              <a:effectLst/>
                              <a:latin typeface="Calibri" panose="020F0502020204030204" pitchFamily="34" charset="0"/>
                              <a:cs typeface="Calibri" panose="020F0502020204030204" pitchFamily="34" charset="0"/>
                            </a:rPr>
                            <a:t>Random Forest  </a:t>
                          </a:r>
                        </a:p>
                      </a:txBody>
                      <a:tcPr marL="48722" marR="14753" marT="37478" marB="37478"/>
                    </a:tc>
                    <a:tc>
                      <a:txBody>
                        <a:bodyPr/>
                        <a:lstStyle/>
                        <a:p>
                          <a:pPr algn="ctr" rtl="0" fontAlgn="base"/>
                          <a:r>
                            <a:rPr lang="en-US" sz="2000" b="0" i="0" u="none" cap="none" spc="0">
                              <a:solidFill>
                                <a:schemeClr val="tx1"/>
                              </a:solidFill>
                              <a:effectLst/>
                              <a:latin typeface="Calibri" panose="020F0502020204030204" pitchFamily="34" charset="0"/>
                              <a:cs typeface="Calibri" panose="020F0502020204030204" pitchFamily="34" charset="0"/>
                            </a:rPr>
                            <a:t>0.9166 </a:t>
                          </a:r>
                        </a:p>
                      </a:txBody>
                      <a:tcPr marL="48722" marR="14753" marT="37478" marB="37478" anchor="ctr"/>
                    </a:tc>
                    <a:tc>
                      <a:txBody>
                        <a:bodyPr/>
                        <a:lstStyle/>
                        <a:p>
                          <a:pPr algn="ctr" rtl="0" fontAlgn="base"/>
                          <a:r>
                            <a:rPr lang="en-US" sz="2000" b="0" i="0" u="none" cap="none" spc="0">
                              <a:solidFill>
                                <a:schemeClr val="tx1"/>
                              </a:solidFill>
                              <a:effectLst/>
                              <a:latin typeface="Calibri" panose="020F0502020204030204" pitchFamily="34" charset="0"/>
                              <a:cs typeface="Calibri" panose="020F0502020204030204" pitchFamily="34" charset="0"/>
                            </a:rPr>
                            <a:t>0.7591 </a:t>
                          </a:r>
                        </a:p>
                      </a:txBody>
                      <a:tcPr marL="48722" marR="14753" marT="37478" marB="37478" anchor="ctr"/>
                    </a:tc>
                    <a:tc gridSpan="2">
                      <a:txBody>
                        <a:bodyPr/>
                        <a:lstStyle/>
                        <a:p>
                          <a:pPr algn="ctr" rtl="0" fontAlgn="base"/>
                          <a:r>
                            <a:rPr lang="en-US" sz="2000" b="0" i="0" u="none" cap="none" spc="0" err="1">
                              <a:solidFill>
                                <a:schemeClr val="tx1"/>
                              </a:solidFill>
                              <a:effectLst/>
                              <a:latin typeface="Calibri" panose="020F0502020204030204" pitchFamily="34" charset="0"/>
                              <a:cs typeface="Calibri" panose="020F0502020204030204" pitchFamily="34" charset="0"/>
                            </a:rPr>
                            <a:t>mtry</a:t>
                          </a:r>
                          <a:r>
                            <a:rPr lang="en-US" sz="2000" b="0" i="0" u="none" cap="none" spc="0">
                              <a:solidFill>
                                <a:schemeClr val="tx1"/>
                              </a:solidFill>
                              <a:effectLst/>
                              <a:latin typeface="Calibri" panose="020F0502020204030204" pitchFamily="34" charset="0"/>
                              <a:cs typeface="Calibri" panose="020F0502020204030204" pitchFamily="34" charset="0"/>
                            </a:rPr>
                            <a:t>=77  </a:t>
                          </a:r>
                        </a:p>
                      </a:txBody>
                      <a:tcPr marL="48722" marR="14753" marT="37478" marB="37478" anchor="ctr"/>
                    </a:tc>
                    <a:tc hMerge="1">
                      <a:txBody>
                        <a:bodyPr/>
                        <a:lstStyle/>
                        <a:p>
                          <a:pPr algn="ctr" rtl="0" fontAlgn="base"/>
                          <a:r>
                            <a:rPr lang="en-US" sz="1800" b="0" cap="none" spc="0" err="1">
                              <a:solidFill>
                                <a:schemeClr val="tx1"/>
                              </a:solidFill>
                              <a:effectLst/>
                            </a:rPr>
                            <a:t>mtry</a:t>
                          </a:r>
                          <a:r>
                            <a:rPr lang="en-US" sz="1800" b="0" cap="none" spc="0">
                              <a:solidFill>
                                <a:schemeClr val="tx1"/>
                              </a:solidFill>
                              <a:effectLst/>
                            </a:rPr>
                            <a:t>=77  </a:t>
                          </a:r>
                          <a:endParaRPr lang="en-US" sz="1800" b="0" i="0" cap="none" spc="0">
                            <a:solidFill>
                              <a:schemeClr val="tx1"/>
                            </a:solidFill>
                            <a:effectLst/>
                          </a:endParaRPr>
                        </a:p>
                      </a:txBody>
                      <a:tcPr marL="63241" marR="19149" marT="48647" marB="48647">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tcPr>
                    </a:tc>
                    <a:extLst>
                      <a:ext uri="{0D108BD9-81ED-4DB2-BD59-A6C34878D82A}">
                        <a16:rowId xmlns:a16="http://schemas.microsoft.com/office/drawing/2014/main" val="3241768116"/>
                      </a:ext>
                    </a:extLst>
                  </a:tr>
                  <a:tr h="302736">
                    <a:tc>
                      <a:txBody>
                        <a:bodyPr/>
                        <a:lstStyle/>
                        <a:p>
                          <a:pPr algn="l" rtl="0" fontAlgn="base"/>
                          <a:r>
                            <a:rPr lang="en-US" sz="2000" b="0" i="0" u="none" cap="none" spc="0">
                              <a:solidFill>
                                <a:schemeClr val="tx1"/>
                              </a:solidFill>
                              <a:effectLst/>
                              <a:latin typeface="Calibri" panose="020F0502020204030204" pitchFamily="34" charset="0"/>
                              <a:cs typeface="Calibri" panose="020F0502020204030204" pitchFamily="34" charset="0"/>
                            </a:rPr>
                            <a:t>K-Nearest Neighbor  </a:t>
                          </a:r>
                        </a:p>
                      </a:txBody>
                      <a:tcPr marL="48722" marR="14753" marT="37478" marB="37478"/>
                    </a:tc>
                    <a:tc>
                      <a:txBody>
                        <a:bodyPr/>
                        <a:lstStyle/>
                        <a:p>
                          <a:pPr algn="ctr" rtl="0" fontAlgn="base"/>
                          <a:r>
                            <a:rPr lang="en-US" sz="2000" b="0" i="0" u="none" cap="none" spc="0">
                              <a:solidFill>
                                <a:schemeClr val="tx1"/>
                              </a:solidFill>
                              <a:effectLst/>
                              <a:latin typeface="Calibri" panose="020F0502020204030204" pitchFamily="34" charset="0"/>
                              <a:cs typeface="Calibri" panose="020F0502020204030204" pitchFamily="34" charset="0"/>
                            </a:rPr>
                            <a:t>0.9019 </a:t>
                          </a:r>
                        </a:p>
                      </a:txBody>
                      <a:tcPr marL="48722" marR="14753" marT="37478" marB="37478" anchor="ctr"/>
                    </a:tc>
                    <a:tc>
                      <a:txBody>
                        <a:bodyPr/>
                        <a:lstStyle/>
                        <a:p>
                          <a:pPr algn="ctr" rtl="0" fontAlgn="base"/>
                          <a:r>
                            <a:rPr lang="en-US" sz="2000" b="0" i="0" u="none" cap="none" spc="0">
                              <a:solidFill>
                                <a:schemeClr val="tx1"/>
                              </a:solidFill>
                              <a:effectLst/>
                              <a:latin typeface="Calibri" panose="020F0502020204030204" pitchFamily="34" charset="0"/>
                              <a:cs typeface="Calibri" panose="020F0502020204030204" pitchFamily="34" charset="0"/>
                            </a:rPr>
                            <a:t>0.7258 </a:t>
                          </a:r>
                        </a:p>
                      </a:txBody>
                      <a:tcPr marL="48722" marR="14753" marT="37478" marB="37478" anchor="ctr"/>
                    </a:tc>
                    <a:tc gridSpan="2">
                      <a:txBody>
                        <a:bodyPr/>
                        <a:lstStyle/>
                        <a:p>
                          <a:pPr algn="ctr" rtl="0" fontAlgn="base"/>
                          <a:r>
                            <a:rPr lang="en-US" sz="2000" b="0" i="0" u="none" cap="none" spc="0">
                              <a:solidFill>
                                <a:schemeClr val="tx1"/>
                              </a:solidFill>
                              <a:effectLst/>
                              <a:latin typeface="Calibri" panose="020F0502020204030204" pitchFamily="34" charset="0"/>
                              <a:cs typeface="Calibri" panose="020F0502020204030204" pitchFamily="34" charset="0"/>
                            </a:rPr>
                            <a:t>K = 5  </a:t>
                          </a:r>
                        </a:p>
                      </a:txBody>
                      <a:tcPr marL="48722" marR="14753" marT="37478" marB="37478" anchor="ctr"/>
                    </a:tc>
                    <a:tc hMerge="1">
                      <a:txBody>
                        <a:bodyPr/>
                        <a:lstStyle/>
                        <a:p>
                          <a:pPr algn="ctr" rtl="0" fontAlgn="base"/>
                          <a:r>
                            <a:rPr lang="en-US" sz="1800" b="0" cap="none" spc="0">
                              <a:solidFill>
                                <a:schemeClr val="tx1"/>
                              </a:solidFill>
                              <a:effectLst/>
                            </a:rPr>
                            <a:t>K = 5  </a:t>
                          </a:r>
                          <a:endParaRPr lang="en-US" sz="1800" b="0" i="0" cap="none" spc="0">
                            <a:solidFill>
                              <a:schemeClr val="tx1"/>
                            </a:solidFill>
                            <a:effectLst/>
                          </a:endParaRPr>
                        </a:p>
                      </a:txBody>
                      <a:tcPr marL="63241" marR="19149" marT="48647" marB="48647">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tcPr>
                    </a:tc>
                    <a:extLst>
                      <a:ext uri="{0D108BD9-81ED-4DB2-BD59-A6C34878D82A}">
                        <a16:rowId xmlns:a16="http://schemas.microsoft.com/office/drawing/2014/main" val="273016086"/>
                      </a:ext>
                    </a:extLst>
                  </a:tr>
                  <a:tr h="502335">
                    <a:tc>
                      <a:txBody>
                        <a:bodyPr/>
                        <a:lstStyle/>
                        <a:p>
                          <a:pPr algn="l" rtl="0" fontAlgn="base"/>
                          <a:r>
                            <a:rPr lang="en-US" sz="2000" b="0" i="0" u="none" cap="none" spc="0">
                              <a:solidFill>
                                <a:schemeClr val="tx1"/>
                              </a:solidFill>
                              <a:effectLst/>
                              <a:latin typeface="Calibri" panose="020F0502020204030204" pitchFamily="34" charset="0"/>
                              <a:cs typeface="Calibri" panose="020F0502020204030204" pitchFamily="34" charset="0"/>
                            </a:rPr>
                            <a:t>Neural Network  </a:t>
                          </a:r>
                        </a:p>
                      </a:txBody>
                      <a:tcPr marL="48722" marR="14753" marT="37478" marB="37478"/>
                    </a:tc>
                    <a:tc>
                      <a:txBody>
                        <a:bodyPr/>
                        <a:lstStyle/>
                        <a:p>
                          <a:pPr algn="ctr" rtl="0" fontAlgn="base"/>
                          <a:r>
                            <a:rPr lang="en-US" sz="2000" b="0" i="0" u="none" cap="none" spc="0">
                              <a:solidFill>
                                <a:schemeClr val="tx1"/>
                              </a:solidFill>
                              <a:effectLst/>
                              <a:latin typeface="Calibri" panose="020F0502020204030204" pitchFamily="34" charset="0"/>
                              <a:cs typeface="Calibri" panose="020F0502020204030204" pitchFamily="34" charset="0"/>
                            </a:rPr>
                            <a:t>0.9187 </a:t>
                          </a:r>
                        </a:p>
                      </a:txBody>
                      <a:tcPr marL="48722" marR="14753" marT="37478" marB="37478" anchor="ctr"/>
                    </a:tc>
                    <a:tc>
                      <a:txBody>
                        <a:bodyPr/>
                        <a:lstStyle/>
                        <a:p>
                          <a:pPr algn="ctr" rtl="0" fontAlgn="base"/>
                          <a:r>
                            <a:rPr lang="en-US" sz="2000" b="0" i="0" u="none" cap="none" spc="0">
                              <a:solidFill>
                                <a:schemeClr val="tx1"/>
                              </a:solidFill>
                              <a:effectLst/>
                              <a:latin typeface="Calibri" panose="020F0502020204030204" pitchFamily="34" charset="0"/>
                              <a:cs typeface="Calibri" panose="020F0502020204030204" pitchFamily="34" charset="0"/>
                            </a:rPr>
                            <a:t>0.7765 </a:t>
                          </a:r>
                        </a:p>
                      </a:txBody>
                      <a:tcPr marL="48722" marR="14753" marT="37478" marB="37478" anchor="ctr"/>
                    </a:tc>
                    <a:tc gridSpan="2">
                      <a:txBody>
                        <a:bodyPr/>
                        <a:lstStyle/>
                        <a:p>
                          <a:pPr algn="ctr" rtl="0" fontAlgn="base"/>
                          <a:r>
                            <a:rPr lang="en-US" sz="2000" b="0" i="0" u="none" cap="none" spc="0">
                              <a:solidFill>
                                <a:schemeClr val="tx1"/>
                              </a:solidFill>
                              <a:effectLst/>
                              <a:latin typeface="Calibri" panose="020F0502020204030204" pitchFamily="34" charset="0"/>
                              <a:cs typeface="Calibri" panose="020F0502020204030204" pitchFamily="34" charset="0"/>
                            </a:rPr>
                            <a:t>size = 5,  </a:t>
                          </a:r>
                        </a:p>
                        <a:p>
                          <a:pPr algn="ctr" rtl="0" fontAlgn="base"/>
                          <a:r>
                            <a:rPr lang="en-US" sz="2000" b="0" i="0" u="none" cap="none" spc="0">
                              <a:solidFill>
                                <a:schemeClr val="tx1"/>
                              </a:solidFill>
                              <a:effectLst/>
                              <a:latin typeface="Calibri" panose="020F0502020204030204" pitchFamily="34" charset="0"/>
                              <a:cs typeface="Calibri" panose="020F0502020204030204" pitchFamily="34" charset="0"/>
                            </a:rPr>
                            <a:t>decay = 0.1  </a:t>
                          </a:r>
                        </a:p>
                      </a:txBody>
                      <a:tcPr marL="48722" marR="14753" marT="37478" marB="37478" anchor="ctr"/>
                    </a:tc>
                    <a:tc hMerge="1">
                      <a:txBody>
                        <a:bodyPr/>
                        <a:lstStyle/>
                        <a:p>
                          <a:pPr algn="ctr" rtl="0" fontAlgn="base"/>
                          <a:r>
                            <a:rPr lang="en-US" sz="1800" b="0" cap="none" spc="0">
                              <a:solidFill>
                                <a:schemeClr val="tx1"/>
                              </a:solidFill>
                              <a:effectLst/>
                            </a:rPr>
                            <a:t>size = 5,  </a:t>
                          </a:r>
                        </a:p>
                        <a:p>
                          <a:pPr algn="ctr" rtl="0" fontAlgn="base"/>
                          <a:r>
                            <a:rPr lang="en-US" sz="1800" b="0" cap="none" spc="0">
                              <a:solidFill>
                                <a:schemeClr val="tx1"/>
                              </a:solidFill>
                              <a:effectLst/>
                            </a:rPr>
                            <a:t>decay = 0.1  </a:t>
                          </a:r>
                          <a:endParaRPr lang="en-US" sz="1800" b="0" i="0" cap="none" spc="0">
                            <a:solidFill>
                              <a:schemeClr val="tx1"/>
                            </a:solidFill>
                            <a:effectLst/>
                          </a:endParaRPr>
                        </a:p>
                      </a:txBody>
                      <a:tcPr marL="63241" marR="19149" marT="48647" marB="48647">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tcPr>
                    </a:tc>
                    <a:extLst>
                      <a:ext uri="{0D108BD9-81ED-4DB2-BD59-A6C34878D82A}">
                        <a16:rowId xmlns:a16="http://schemas.microsoft.com/office/drawing/2014/main" val="1848807374"/>
                      </a:ext>
                    </a:extLst>
                  </a:tr>
                  <a:tr h="302736">
                    <a:tc gridSpan="5">
                      <a:txBody>
                        <a:bodyPr/>
                        <a:lstStyle/>
                        <a:p>
                          <a:pPr algn="ctr" rtl="0" fontAlgn="base"/>
                          <a:r>
                            <a:rPr lang="en-US" sz="2000" b="1" i="0" u="none" cap="none" spc="0">
                              <a:solidFill>
                                <a:schemeClr val="tx1"/>
                              </a:solidFill>
                              <a:effectLst/>
                              <a:latin typeface="Calibri" panose="020F0502020204030204" pitchFamily="34" charset="0"/>
                              <a:cs typeface="Calibri" panose="020F0502020204030204" pitchFamily="34" charset="0"/>
                            </a:rPr>
                            <a:t>Repeated Measures </a:t>
                          </a:r>
                        </a:p>
                      </a:txBody>
                      <a:tcPr marL="48722" marR="14753" marT="37478" marB="37478" anchor="ctr"/>
                    </a:tc>
                    <a:tc hMerge="1">
                      <a:txBody>
                        <a:bodyPr/>
                        <a:lstStyle/>
                        <a:p>
                          <a:endParaRPr lang="en-US"/>
                        </a:p>
                      </a:txBody>
                      <a:tcPr/>
                    </a:tc>
                    <a:tc hMerge="1">
                      <a:txBody>
                        <a:bodyPr/>
                        <a:lstStyle/>
                        <a:p>
                          <a:endParaRPr lang="en-US"/>
                        </a:p>
                      </a:txBody>
                      <a:tcPr/>
                    </a:tc>
                    <a:tc hMerge="1">
                      <a:txBody>
                        <a:bodyPr/>
                        <a:lstStyle/>
                        <a:p>
                          <a:endParaRPr lang="en-US"/>
                        </a:p>
                      </a:txBody>
                      <a:tcPr>
                        <a:lnL w="12700" cap="flat" cmpd="sng" algn="ctr">
                          <a:solidFill>
                            <a:schemeClr val="bg2">
                              <a:lumMod val="90000"/>
                            </a:schemeClr>
                          </a:solidFill>
                          <a:prstDash val="solid"/>
                          <a:round/>
                          <a:headEnd type="none" w="med" len="med"/>
                          <a:tailEnd type="none" w="med" len="med"/>
                        </a:lnL>
                        <a:lnT w="12700" cap="flat" cmpd="sng" algn="ctr">
                          <a:solidFill>
                            <a:schemeClr val="bg2">
                              <a:lumMod val="90000"/>
                            </a:schemeClr>
                          </a:solidFill>
                          <a:prstDash val="solid"/>
                          <a:round/>
                          <a:headEnd type="none" w="med" len="med"/>
                          <a:tailEnd type="none" w="med" len="med"/>
                        </a:lnT>
                      </a:tcPr>
                    </a:tc>
                    <a:tc hMerge="1">
                      <a:txBody>
                        <a:bodyPr/>
                        <a:lstStyle/>
                        <a:p>
                          <a:endParaRPr lang="en-US"/>
                        </a:p>
                      </a:txBody>
                      <a:tcPr/>
                    </a:tc>
                    <a:extLst>
                      <a:ext uri="{0D108BD9-81ED-4DB2-BD59-A6C34878D82A}">
                        <a16:rowId xmlns:a16="http://schemas.microsoft.com/office/drawing/2014/main" val="859107138"/>
                      </a:ext>
                    </a:extLst>
                  </a:tr>
                  <a:tr h="302736">
                    <a:tc>
                      <a:txBody>
                        <a:bodyPr/>
                        <a:lstStyle/>
                        <a:p>
                          <a:pPr algn="l" rtl="0" fontAlgn="base"/>
                          <a:r>
                            <a:rPr lang="en-US" sz="2000" b="1" i="0" u="none" cap="none" spc="0">
                              <a:solidFill>
                                <a:schemeClr val="accent6"/>
                              </a:solidFill>
                              <a:effectLst/>
                              <a:latin typeface="Calibri" panose="020F0502020204030204" pitchFamily="34" charset="0"/>
                              <a:cs typeface="Calibri" panose="020F0502020204030204" pitchFamily="34" charset="0"/>
                            </a:rPr>
                            <a:t>Mixed effect random forest  </a:t>
                          </a:r>
                        </a:p>
                      </a:txBody>
                      <a:tcPr marL="48722" marR="14753" marT="37478" marB="37478"/>
                    </a:tc>
                    <a:tc>
                      <a:txBody>
                        <a:bodyPr/>
                        <a:lstStyle/>
                        <a:p>
                          <a:pPr algn="ctr" rtl="0" fontAlgn="base"/>
                          <a:r>
                            <a:rPr lang="en-US" sz="2000" b="0" i="0" u="none" cap="none" spc="0">
                              <a:solidFill>
                                <a:schemeClr val="accent6"/>
                              </a:solidFill>
                              <a:effectLst/>
                              <a:latin typeface="Calibri" panose="020F0502020204030204" pitchFamily="34" charset="0"/>
                              <a:cs typeface="Calibri" panose="020F0502020204030204" pitchFamily="34" charset="0"/>
                            </a:rPr>
                            <a:t>0.9941* </a:t>
                          </a:r>
                        </a:p>
                      </a:txBody>
                      <a:tcPr marL="48722" marR="14753" marT="37478" marB="37478" anchor="ctr"/>
                    </a:tc>
                    <a:tc gridSpan="2">
                      <a:txBody>
                        <a:bodyPr/>
                        <a:lstStyle/>
                        <a:p>
                          <a:pPr algn="ctr" rtl="0" fontAlgn="base"/>
                          <a:r>
                            <a:rPr lang="en-US" sz="2000" b="0" i="0" u="none" cap="none" spc="0">
                              <a:solidFill>
                                <a:schemeClr val="accent6"/>
                              </a:solidFill>
                              <a:effectLst/>
                              <a:latin typeface="Calibri" panose="020F0502020204030204" pitchFamily="34" charset="0"/>
                              <a:cs typeface="Calibri" panose="020F0502020204030204" pitchFamily="34" charset="0"/>
                            </a:rPr>
                            <a:t>0.9821</a:t>
                          </a:r>
                        </a:p>
                      </a:txBody>
                      <a:tcPr marL="48722" marR="14753" marT="37478" marB="37478" anchor="ctr"/>
                    </a:tc>
                    <a:tc hMerge="1">
                      <a:txBody>
                        <a:bodyPr/>
                        <a:lstStyle/>
                        <a:p>
                          <a:pPr algn="ctr" rtl="0" fontAlgn="base"/>
                          <a:endParaRPr lang="en-US" sz="1800" b="1" i="0" cap="none" spc="0">
                            <a:solidFill>
                              <a:schemeClr val="tx1"/>
                            </a:solidFill>
                            <a:effectLst/>
                          </a:endParaRPr>
                        </a:p>
                      </a:txBody>
                      <a:tcPr marL="63241" marR="19149" marT="48647" marB="48647">
                        <a:lnL w="12700" cap="flat" cmpd="sng" algn="ctr">
                          <a:solidFill>
                            <a:schemeClr val="bg2">
                              <a:lumMod val="90000"/>
                            </a:schemeClr>
                          </a:solidFill>
                          <a:prstDash val="solid"/>
                          <a:round/>
                          <a:headEnd type="none" w="med" len="med"/>
                          <a:tailEnd type="none" w="med" len="med"/>
                        </a:lnL>
                      </a:tcPr>
                    </a:tc>
                    <a:tc>
                      <a:txBody>
                        <a:bodyPr/>
                        <a:lstStyle/>
                        <a:p>
                          <a:pPr algn="ctr" rtl="0" fontAlgn="base"/>
                          <a:r>
                            <a:rPr lang="en-US" sz="2000" b="0" i="0" u="none" cap="none" spc="0" err="1">
                              <a:solidFill>
                                <a:schemeClr val="accent6"/>
                              </a:solidFill>
                              <a:effectLst/>
                              <a:latin typeface="Calibri" panose="020F0502020204030204" pitchFamily="34" charset="0"/>
                              <a:cs typeface="Calibri" panose="020F0502020204030204" pitchFamily="34" charset="0"/>
                            </a:rPr>
                            <a:t>mtry</a:t>
                          </a:r>
                          <a:r>
                            <a:rPr lang="en-US" sz="2000" b="0" i="0" u="none" cap="none" spc="0">
                              <a:solidFill>
                                <a:schemeClr val="accent6"/>
                              </a:solidFill>
                              <a:effectLst/>
                              <a:latin typeface="Calibri" panose="020F0502020204030204" pitchFamily="34" charset="0"/>
                              <a:cs typeface="Calibri" panose="020F0502020204030204" pitchFamily="34" charset="0"/>
                            </a:rPr>
                            <a:t>=78  </a:t>
                          </a:r>
                        </a:p>
                      </a:txBody>
                      <a:tcPr marL="48722" marR="14753" marT="37478" marB="37478" anchor="ctr"/>
                    </a:tc>
                    <a:extLst>
                      <a:ext uri="{0D108BD9-81ED-4DB2-BD59-A6C34878D82A}">
                        <a16:rowId xmlns:a16="http://schemas.microsoft.com/office/drawing/2014/main" val="3202652754"/>
                      </a:ext>
                    </a:extLst>
                  </a:tr>
                  <a:tr h="502335">
                    <a:tc>
                      <a:txBody>
                        <a:bodyPr/>
                        <a:lstStyle/>
                        <a:p>
                          <a:pPr algn="l" rtl="0" fontAlgn="base"/>
                          <a:r>
                            <a:rPr lang="en-US" sz="2000" b="0" i="0" u="none" cap="none" spc="0">
                              <a:solidFill>
                                <a:schemeClr val="tx1"/>
                              </a:solidFill>
                              <a:effectLst/>
                              <a:latin typeface="Calibri" panose="020F0502020204030204" pitchFamily="34" charset="0"/>
                              <a:cs typeface="Calibri" panose="020F0502020204030204" pitchFamily="34" charset="0"/>
                            </a:rPr>
                            <a:t>Mixed effect SVM  </a:t>
                          </a:r>
                        </a:p>
                      </a:txBody>
                      <a:tcPr marL="48722" marR="14753" marT="37478" marB="37478">
                        <a:lnB w="12700" cap="flat" cmpd="sng" algn="ctr">
                          <a:noFill/>
                          <a:prstDash val="solid"/>
                          <a:round/>
                          <a:headEnd type="none" w="med" len="med"/>
                          <a:tailEnd type="none" w="med" len="med"/>
                        </a:lnB>
                      </a:tcPr>
                    </a:tc>
                    <a:tc>
                      <a:txBody>
                        <a:bodyPr/>
                        <a:lstStyle/>
                        <a:p>
                          <a:pPr algn="ctr" rtl="0" fontAlgn="base"/>
                          <a:r>
                            <a:rPr lang="en-US" sz="2000" b="0" i="0" u="none" cap="none" spc="0">
                              <a:solidFill>
                                <a:schemeClr val="tx1"/>
                              </a:solidFill>
                              <a:effectLst/>
                              <a:latin typeface="Calibri" panose="020F0502020204030204" pitchFamily="34" charset="0"/>
                              <a:cs typeface="Calibri" panose="020F0502020204030204" pitchFamily="34" charset="0"/>
                            </a:rPr>
                            <a:t>0.8971 </a:t>
                          </a:r>
                        </a:p>
                      </a:txBody>
                      <a:tcPr marL="48722" marR="14753" marT="37478" marB="37478" anchor="ctr">
                        <a:lnB w="12700" cap="flat" cmpd="sng" algn="ctr">
                          <a:noFill/>
                          <a:prstDash val="solid"/>
                          <a:round/>
                          <a:headEnd type="none" w="med" len="med"/>
                          <a:tailEnd type="none" w="med" len="med"/>
                        </a:lnB>
                      </a:tcPr>
                    </a:tc>
                    <a:tc gridSpan="2">
                      <a:txBody>
                        <a:bodyPr/>
                        <a:lstStyle/>
                        <a:p>
                          <a:pPr algn="ctr" rtl="0" fontAlgn="base"/>
                          <a:r>
                            <a:rPr lang="en-US" sz="2000" b="0" i="0" u="none" cap="none" spc="0">
                              <a:solidFill>
                                <a:schemeClr val="tx1"/>
                              </a:solidFill>
                              <a:effectLst/>
                              <a:latin typeface="Calibri" panose="020F0502020204030204" pitchFamily="34" charset="0"/>
                              <a:cs typeface="Calibri" panose="020F0502020204030204" pitchFamily="34" charset="0"/>
                            </a:rPr>
                            <a:t>0.7150 </a:t>
                          </a:r>
                        </a:p>
                      </a:txBody>
                      <a:tcPr marL="48722" marR="14753" marT="37478" marB="37478" anchor="ctr">
                        <a:lnB w="12700" cap="flat" cmpd="sng" algn="ctr">
                          <a:noFill/>
                          <a:prstDash val="solid"/>
                          <a:round/>
                          <a:headEnd type="none" w="med" len="med"/>
                          <a:tailEnd type="none" w="med" len="med"/>
                        </a:lnB>
                      </a:tcPr>
                    </a:tc>
                    <a:tc hMerge="1">
                      <a:txBody>
                        <a:bodyPr/>
                        <a:lstStyle/>
                        <a:p>
                          <a:pPr algn="ctr" rtl="0" fontAlgn="base"/>
                          <a:endParaRPr lang="en-US" sz="1800" b="0" i="0" cap="none" spc="0">
                            <a:solidFill>
                              <a:schemeClr val="tx1"/>
                            </a:solidFill>
                            <a:effectLst/>
                          </a:endParaRPr>
                        </a:p>
                      </a:txBody>
                      <a:tcPr marL="63241" marR="19149" marT="48647" marB="48647">
                        <a:lnL w="12700" cap="flat" cmpd="sng" algn="ctr">
                          <a:solidFill>
                            <a:schemeClr val="bg2">
                              <a:lumMod val="90000"/>
                            </a:schemeClr>
                          </a:solidFill>
                          <a:prstDash val="solid"/>
                          <a:round/>
                          <a:headEnd type="none" w="med" len="med"/>
                          <a:tailEnd type="none" w="med" len="med"/>
                        </a:lnL>
                      </a:tcPr>
                    </a:tc>
                    <a:tc>
                      <a:txBody>
                        <a:bodyPr/>
                        <a:lstStyle/>
                        <a:p>
                          <a:pPr algn="ctr" rtl="0" fontAlgn="base"/>
                          <a14:m>
                            <m:oMath xmlns:m="http://schemas.openxmlformats.org/officeDocument/2006/math">
                              <m:r>
                                <m:rPr>
                                  <m:sty m:val="p"/>
                                </m:rPr>
                                <a:rPr lang="en-US" sz="2000" b="0" i="0" u="none" cap="none" spc="0" dirty="0" smtClean="0">
                                  <a:solidFill>
                                    <a:schemeClr val="tx1"/>
                                  </a:solidFill>
                                  <a:effectLst/>
                                  <a:latin typeface="Cambria Math" panose="02040503050406030204" pitchFamily="18" charset="0"/>
                                </a:rPr>
                                <m:t>σ</m:t>
                              </m:r>
                            </m:oMath>
                          </a14:m>
                          <a:r>
                            <a:rPr lang="en-US" sz="2000" b="0" i="0" u="none" cap="none" spc="0">
                              <a:solidFill>
                                <a:schemeClr val="tx1"/>
                              </a:solidFill>
                              <a:effectLst/>
                              <a:latin typeface="Calibri" panose="020F0502020204030204" pitchFamily="34" charset="0"/>
                              <a:cs typeface="Calibri" panose="020F0502020204030204" pitchFamily="34" charset="0"/>
                            </a:rPr>
                            <a:t>= 0.0065,  </a:t>
                          </a:r>
                        </a:p>
                        <a:p>
                          <a:pPr algn="ctr" rtl="0" fontAlgn="base"/>
                          <a:r>
                            <a:rPr lang="en-US" sz="2000" b="0" i="0" u="none" cap="none" spc="0">
                              <a:solidFill>
                                <a:schemeClr val="tx1"/>
                              </a:solidFill>
                              <a:effectLst/>
                              <a:latin typeface="Calibri" panose="020F0502020204030204" pitchFamily="34" charset="0"/>
                              <a:cs typeface="Calibri" panose="020F0502020204030204" pitchFamily="34" charset="0"/>
                            </a:rPr>
                            <a:t>cost = 131072 </a:t>
                          </a:r>
                        </a:p>
                      </a:txBody>
                      <a:tcPr marL="48722" marR="14753" marT="37478" marB="37478" anchor="ctr">
                        <a:lnB w="12700" cap="flat" cmpd="sng" algn="ctr">
                          <a:solidFill>
                            <a:schemeClr val="bg2">
                              <a:lumMod val="90000"/>
                            </a:schemeClr>
                          </a:solidFill>
                          <a:prstDash val="solid"/>
                          <a:round/>
                          <a:headEnd type="none" w="med" len="med"/>
                          <a:tailEnd type="none" w="med" len="med"/>
                        </a:lnB>
                      </a:tcPr>
                    </a:tc>
                    <a:extLst>
                      <a:ext uri="{0D108BD9-81ED-4DB2-BD59-A6C34878D82A}">
                        <a16:rowId xmlns:a16="http://schemas.microsoft.com/office/drawing/2014/main" val="1448506978"/>
                      </a:ext>
                    </a:extLst>
                  </a:tr>
                </a:tbl>
              </a:graphicData>
            </a:graphic>
          </p:graphicFrame>
        </mc:Choice>
        <mc:Fallback>
          <p:graphicFrame>
            <p:nvGraphicFramePr>
              <p:cNvPr id="4" name="Table 3">
                <a:extLst>
                  <a:ext uri="{FF2B5EF4-FFF2-40B4-BE49-F238E27FC236}">
                    <a16:creationId xmlns:a16="http://schemas.microsoft.com/office/drawing/2014/main" id="{43702102-951C-86B9-E1D6-9896FEC83C4C}"/>
                  </a:ext>
                </a:extLst>
              </p:cNvPr>
              <p:cNvGraphicFramePr>
                <a:graphicFrameLocks noGrp="1"/>
              </p:cNvGraphicFramePr>
              <p:nvPr>
                <p:extLst>
                  <p:ext uri="{D42A27DB-BD31-4B8C-83A1-F6EECF244321}">
                    <p14:modId xmlns:p14="http://schemas.microsoft.com/office/powerpoint/2010/main" val="3979343633"/>
                  </p:ext>
                </p:extLst>
              </p:nvPr>
            </p:nvGraphicFramePr>
            <p:xfrm>
              <a:off x="4100121" y="93401"/>
              <a:ext cx="8030353" cy="6535784"/>
            </p:xfrm>
            <a:graphic>
              <a:graphicData uri="http://schemas.openxmlformats.org/drawingml/2006/table">
                <a:tbl>
                  <a:tblPr firstRow="1" bandRow="1">
                    <a:tableStyleId>{9D7B26C5-4107-4FEC-AEDC-1716B250A1EF}</a:tableStyleId>
                  </a:tblPr>
                  <a:tblGrid>
                    <a:gridCol w="3374522">
                      <a:extLst>
                        <a:ext uri="{9D8B030D-6E8A-4147-A177-3AD203B41FA5}">
                          <a16:colId xmlns:a16="http://schemas.microsoft.com/office/drawing/2014/main" val="3562418955"/>
                        </a:ext>
                      </a:extLst>
                    </a:gridCol>
                    <a:gridCol w="1313506">
                      <a:extLst>
                        <a:ext uri="{9D8B030D-6E8A-4147-A177-3AD203B41FA5}">
                          <a16:colId xmlns:a16="http://schemas.microsoft.com/office/drawing/2014/main" val="3193340367"/>
                        </a:ext>
                      </a:extLst>
                    </a:gridCol>
                    <a:gridCol w="1196878">
                      <a:extLst>
                        <a:ext uri="{9D8B030D-6E8A-4147-A177-3AD203B41FA5}">
                          <a16:colId xmlns:a16="http://schemas.microsoft.com/office/drawing/2014/main" val="2026298117"/>
                        </a:ext>
                      </a:extLst>
                    </a:gridCol>
                    <a:gridCol w="82247">
                      <a:extLst>
                        <a:ext uri="{9D8B030D-6E8A-4147-A177-3AD203B41FA5}">
                          <a16:colId xmlns:a16="http://schemas.microsoft.com/office/drawing/2014/main" val="2197378788"/>
                        </a:ext>
                      </a:extLst>
                    </a:gridCol>
                    <a:gridCol w="2063200">
                      <a:extLst>
                        <a:ext uri="{9D8B030D-6E8A-4147-A177-3AD203B41FA5}">
                          <a16:colId xmlns:a16="http://schemas.microsoft.com/office/drawing/2014/main" val="585555108"/>
                        </a:ext>
                      </a:extLst>
                    </a:gridCol>
                  </a:tblGrid>
                  <a:tr h="684556">
                    <a:tc gridSpan="5">
                      <a:txBody>
                        <a:bodyPr/>
                        <a:lstStyle/>
                        <a:p>
                          <a:pPr algn="l" rtl="0" fontAlgn="base"/>
                          <a:r>
                            <a:rPr lang="en-US" sz="2000" b="0" i="0" u="none" cap="none" spc="0">
                              <a:solidFill>
                                <a:schemeClr val="bg1"/>
                              </a:solidFill>
                              <a:effectLst/>
                              <a:latin typeface="Calibri" panose="020F0502020204030204" pitchFamily="34" charset="0"/>
                              <a:cs typeface="Calibri" panose="020F0502020204030204" pitchFamily="34" charset="0"/>
                            </a:rPr>
                            <a:t>Table 3: Training Accuracy and Cohen’s Kappa for all Classification Methods with Feature Selection and Considering Repeated Measures </a:t>
                          </a:r>
                        </a:p>
                      </a:txBody>
                      <a:tcPr marL="48722" marR="14753" marT="37478" marB="37478">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accent5"/>
                        </a:solidFill>
                      </a:tcPr>
                    </a:tc>
                    <a:tc hMerge="1">
                      <a:txBody>
                        <a:bodyPr/>
                        <a:lstStyle/>
                        <a:p>
                          <a:endParaRPr lang="en-US"/>
                        </a:p>
                      </a:txBody>
                      <a:tcPr/>
                    </a:tc>
                    <a:tc hMerge="1">
                      <a:txBody>
                        <a:bodyPr/>
                        <a:lstStyle/>
                        <a:p>
                          <a:endParaRPr lang="en-US"/>
                        </a:p>
                      </a:txBody>
                      <a:tcPr/>
                    </a:tc>
                    <a:tc hMerge="1">
                      <a:txBody>
                        <a:bodyPr/>
                        <a:lstStyle/>
                        <a:p>
                          <a:endParaRPr lang="en-US"/>
                        </a:p>
                      </a:txBody>
                      <a:tcPr>
                        <a:lnL w="12700" cap="flat" cmpd="sng" algn="ctr">
                          <a:solidFill>
                            <a:schemeClr val="bg2">
                              <a:lumMod val="90000"/>
                            </a:schemeClr>
                          </a:solidFill>
                          <a:prstDash val="solid"/>
                          <a:round/>
                          <a:headEnd type="none" w="med" len="med"/>
                          <a:tailEnd type="none" w="med" len="med"/>
                        </a:lnL>
                      </a:tcPr>
                    </a:tc>
                    <a:tc hMerge="1">
                      <a:txBody>
                        <a:bodyPr/>
                        <a:lstStyle/>
                        <a:p>
                          <a:endParaRPr lang="en-US"/>
                        </a:p>
                      </a:txBody>
                      <a:tcPr/>
                    </a:tc>
                    <a:extLst>
                      <a:ext uri="{0D108BD9-81ED-4DB2-BD59-A6C34878D82A}">
                        <a16:rowId xmlns:a16="http://schemas.microsoft.com/office/drawing/2014/main" val="1014322508"/>
                      </a:ext>
                    </a:extLst>
                  </a:tr>
                  <a:tr h="379756">
                    <a:tc>
                      <a:txBody>
                        <a:bodyPr/>
                        <a:lstStyle/>
                        <a:p>
                          <a:pPr algn="ctr" rtl="0" fontAlgn="base"/>
                          <a:r>
                            <a:rPr lang="en-US" sz="2000" b="1" i="0" u="none" cap="none" spc="0">
                              <a:solidFill>
                                <a:schemeClr val="tx1"/>
                              </a:solidFill>
                              <a:effectLst/>
                              <a:latin typeface="Calibri" panose="020F0502020204030204" pitchFamily="34" charset="0"/>
                              <a:cs typeface="Calibri" panose="020F0502020204030204" pitchFamily="34" charset="0"/>
                            </a:rPr>
                            <a:t>Models</a:t>
                          </a:r>
                        </a:p>
                      </a:txBody>
                      <a:tcPr marL="48722" marR="14753" marT="37478" marB="37478">
                        <a:lnT w="12700" cap="flat" cmpd="sng" algn="ctr">
                          <a:solidFill>
                            <a:schemeClr val="bg2">
                              <a:lumMod val="90000"/>
                            </a:schemeClr>
                          </a:solidFill>
                          <a:prstDash val="solid"/>
                          <a:round/>
                          <a:headEnd type="none" w="med" len="med"/>
                          <a:tailEnd type="none" w="med" len="med"/>
                        </a:lnT>
                      </a:tcPr>
                    </a:tc>
                    <a:tc>
                      <a:txBody>
                        <a:bodyPr/>
                        <a:lstStyle/>
                        <a:p>
                          <a:pPr algn="ctr" rtl="0" fontAlgn="base"/>
                          <a:r>
                            <a:rPr lang="en-US" sz="2000" b="1" i="0" u="none" cap="none" spc="0">
                              <a:solidFill>
                                <a:schemeClr val="tx1"/>
                              </a:solidFill>
                              <a:effectLst/>
                              <a:latin typeface="Calibri" panose="020F0502020204030204" pitchFamily="34" charset="0"/>
                              <a:cs typeface="Calibri" panose="020F0502020204030204" pitchFamily="34" charset="0"/>
                            </a:rPr>
                            <a:t>Accuracy  </a:t>
                          </a:r>
                        </a:p>
                      </a:txBody>
                      <a:tcPr marL="48722" marR="14753" marT="37478" marB="37478">
                        <a:lnT w="12700" cap="flat" cmpd="sng" algn="ctr">
                          <a:solidFill>
                            <a:schemeClr val="bg2">
                              <a:lumMod val="90000"/>
                            </a:schemeClr>
                          </a:solidFill>
                          <a:prstDash val="solid"/>
                          <a:round/>
                          <a:headEnd type="none" w="med" len="med"/>
                          <a:tailEnd type="none" w="med" len="med"/>
                        </a:lnT>
                      </a:tcPr>
                    </a:tc>
                    <a:tc>
                      <a:txBody>
                        <a:bodyPr/>
                        <a:lstStyle/>
                        <a:p>
                          <a:pPr algn="ctr" rtl="0" fontAlgn="base"/>
                          <a:r>
                            <a:rPr lang="en-US" sz="2000" b="1" i="0" u="none" cap="none" spc="0">
                              <a:solidFill>
                                <a:schemeClr val="tx1"/>
                              </a:solidFill>
                              <a:effectLst/>
                              <a:latin typeface="Calibri" panose="020F0502020204030204" pitchFamily="34" charset="0"/>
                              <a:cs typeface="Calibri" panose="020F0502020204030204" pitchFamily="34" charset="0"/>
                            </a:rPr>
                            <a:t>Kappa  </a:t>
                          </a:r>
                        </a:p>
                      </a:txBody>
                      <a:tcPr marL="48722" marR="14753" marT="37478" marB="37478">
                        <a:lnT w="12700" cap="flat" cmpd="sng" algn="ctr">
                          <a:solidFill>
                            <a:schemeClr val="bg2">
                              <a:lumMod val="90000"/>
                            </a:schemeClr>
                          </a:solidFill>
                          <a:prstDash val="solid"/>
                          <a:round/>
                          <a:headEnd type="none" w="med" len="med"/>
                          <a:tailEnd type="none" w="med" len="med"/>
                        </a:lnT>
                      </a:tcPr>
                    </a:tc>
                    <a:tc gridSpan="2">
                      <a:txBody>
                        <a:bodyPr/>
                        <a:lstStyle/>
                        <a:p>
                          <a:pPr algn="ctr" rtl="0" fontAlgn="base"/>
                          <a:r>
                            <a:rPr lang="en-US" sz="2000" b="1" i="0" u="none" cap="none" spc="0">
                              <a:solidFill>
                                <a:schemeClr val="tx1"/>
                              </a:solidFill>
                              <a:effectLst/>
                              <a:latin typeface="Calibri" panose="020F0502020204030204" pitchFamily="34" charset="0"/>
                              <a:cs typeface="Calibri" panose="020F0502020204030204" pitchFamily="34" charset="0"/>
                            </a:rPr>
                            <a:t>Parameters  </a:t>
                          </a:r>
                        </a:p>
                      </a:txBody>
                      <a:tcPr marL="48722" marR="14753" marT="37478" marB="37478">
                        <a:lnT w="12700" cap="flat" cmpd="sng" algn="ctr">
                          <a:solidFill>
                            <a:schemeClr val="bg2">
                              <a:lumMod val="90000"/>
                            </a:schemeClr>
                          </a:solidFill>
                          <a:prstDash val="solid"/>
                          <a:round/>
                          <a:headEnd type="none" w="med" len="med"/>
                          <a:tailEnd type="none" w="med" len="med"/>
                        </a:lnT>
                      </a:tcPr>
                    </a:tc>
                    <a:tc hMerge="1">
                      <a:txBody>
                        <a:bodyPr/>
                        <a:lstStyle/>
                        <a:p>
                          <a:pPr algn="ctr" rtl="0" fontAlgn="base"/>
                          <a:r>
                            <a:rPr lang="en-US" sz="1800" b="1" cap="none" spc="0">
                              <a:solidFill>
                                <a:schemeClr val="tx1"/>
                              </a:solidFill>
                              <a:effectLst/>
                            </a:rPr>
                            <a:t>Parameters</a:t>
                          </a:r>
                          <a:r>
                            <a:rPr lang="en-US" sz="1800" b="0" cap="none" spc="0">
                              <a:solidFill>
                                <a:schemeClr val="tx1"/>
                              </a:solidFill>
                              <a:effectLst/>
                            </a:rPr>
                            <a:t>  </a:t>
                          </a:r>
                          <a:endParaRPr lang="en-US" sz="1800" b="0" i="0" cap="none" spc="0">
                            <a:solidFill>
                              <a:schemeClr val="tx1"/>
                            </a:solidFill>
                            <a:effectLst/>
                          </a:endParaRPr>
                        </a:p>
                      </a:txBody>
                      <a:tcPr marL="63241" marR="19149" marT="48647" marB="48647"/>
                    </a:tc>
                    <a:extLst>
                      <a:ext uri="{0D108BD9-81ED-4DB2-BD59-A6C34878D82A}">
                        <a16:rowId xmlns:a16="http://schemas.microsoft.com/office/drawing/2014/main" val="2480328308"/>
                      </a:ext>
                    </a:extLst>
                  </a:tr>
                  <a:tr h="379756">
                    <a:tc gridSpan="5">
                      <a:txBody>
                        <a:bodyPr/>
                        <a:lstStyle/>
                        <a:p>
                          <a:pPr algn="ctr" rtl="0" fontAlgn="base"/>
                          <a:r>
                            <a:rPr lang="en-US" sz="2000" b="1" i="0" u="none" cap="none" spc="0">
                              <a:solidFill>
                                <a:schemeClr val="tx1"/>
                              </a:solidFill>
                              <a:effectLst/>
                              <a:latin typeface="Calibri" panose="020F0502020204030204" pitchFamily="34" charset="0"/>
                              <a:cs typeface="Calibri" panose="020F0502020204030204" pitchFamily="34" charset="0"/>
                            </a:rPr>
                            <a:t>Parametric Methods  </a:t>
                          </a:r>
                        </a:p>
                      </a:txBody>
                      <a:tcPr marL="48722" marR="14753" marT="37478" marB="37478"/>
                    </a:tc>
                    <a:tc hMerge="1">
                      <a:txBody>
                        <a:bodyPr/>
                        <a:lstStyle/>
                        <a:p>
                          <a:endParaRPr lang="en-US"/>
                        </a:p>
                      </a:txBody>
                      <a:tcPr/>
                    </a:tc>
                    <a:tc hMerge="1">
                      <a:txBody>
                        <a:bodyPr/>
                        <a:lstStyle/>
                        <a:p>
                          <a:endParaRPr lang="en-US"/>
                        </a:p>
                      </a:txBody>
                      <a:tcPr/>
                    </a:tc>
                    <a:tc hMerge="1">
                      <a:txBody>
                        <a:bodyPr/>
                        <a:lstStyle/>
                        <a:p>
                          <a:endParaRPr lang="en-US"/>
                        </a:p>
                      </a:txBody>
                      <a:tcPr>
                        <a:lnL w="12700" cap="flat" cmpd="sng" algn="ctr">
                          <a:solidFill>
                            <a:schemeClr val="bg2">
                              <a:lumMod val="90000"/>
                            </a:schemeClr>
                          </a:solidFill>
                          <a:prstDash val="solid"/>
                          <a:round/>
                          <a:headEnd type="none" w="med" len="med"/>
                          <a:tailEnd type="none" w="med" len="med"/>
                        </a:lnL>
                        <a:lnT w="12700" cap="flat" cmpd="sng" algn="ctr">
                          <a:solidFill>
                            <a:schemeClr val="bg2">
                              <a:lumMod val="90000"/>
                            </a:schemeClr>
                          </a:solidFill>
                          <a:prstDash val="solid"/>
                          <a:round/>
                          <a:headEnd type="none" w="med" len="med"/>
                          <a:tailEnd type="none" w="med" len="med"/>
                        </a:lnT>
                      </a:tcPr>
                    </a:tc>
                    <a:tc hMerge="1">
                      <a:txBody>
                        <a:bodyPr/>
                        <a:lstStyle/>
                        <a:p>
                          <a:endParaRPr lang="en-US"/>
                        </a:p>
                      </a:txBody>
                      <a:tcPr/>
                    </a:tc>
                    <a:extLst>
                      <a:ext uri="{0D108BD9-81ED-4DB2-BD59-A6C34878D82A}">
                        <a16:rowId xmlns:a16="http://schemas.microsoft.com/office/drawing/2014/main" val="2904317826"/>
                      </a:ext>
                    </a:extLst>
                  </a:tr>
                  <a:tr h="379756">
                    <a:tc>
                      <a:txBody>
                        <a:bodyPr/>
                        <a:lstStyle/>
                        <a:p>
                          <a:pPr algn="l" rtl="0" fontAlgn="base"/>
                          <a:r>
                            <a:rPr lang="en-US" sz="2000" b="0" i="0" u="none" cap="none" spc="0">
                              <a:solidFill>
                                <a:schemeClr val="tx1"/>
                              </a:solidFill>
                              <a:effectLst/>
                              <a:latin typeface="Calibri" panose="020F0502020204030204" pitchFamily="34" charset="0"/>
                              <a:cs typeface="Calibri" panose="020F0502020204030204" pitchFamily="34" charset="0"/>
                            </a:rPr>
                            <a:t>Multiple Logistic Regression  </a:t>
                          </a:r>
                        </a:p>
                      </a:txBody>
                      <a:tcPr marL="48722" marR="14753" marT="37478" marB="37478"/>
                    </a:tc>
                    <a:tc>
                      <a:txBody>
                        <a:bodyPr/>
                        <a:lstStyle/>
                        <a:p>
                          <a:pPr algn="ctr" rtl="0" fontAlgn="base"/>
                          <a:r>
                            <a:rPr lang="en-US" sz="2000" b="0" i="0" u="none" cap="none" spc="0">
                              <a:solidFill>
                                <a:schemeClr val="tx1"/>
                              </a:solidFill>
                              <a:effectLst/>
                              <a:latin typeface="Calibri" panose="020F0502020204030204" pitchFamily="34" charset="0"/>
                              <a:cs typeface="Calibri" panose="020F0502020204030204" pitchFamily="34" charset="0"/>
                            </a:rPr>
                            <a:t>0.8222 </a:t>
                          </a:r>
                        </a:p>
                      </a:txBody>
                      <a:tcPr marL="48722" marR="14753" marT="37478" marB="37478" anchor="ctr"/>
                    </a:tc>
                    <a:tc>
                      <a:txBody>
                        <a:bodyPr/>
                        <a:lstStyle/>
                        <a:p>
                          <a:pPr algn="ctr" rtl="0" fontAlgn="base"/>
                          <a:r>
                            <a:rPr lang="en-US" sz="2000" b="0" i="0" u="none" cap="none" spc="0">
                              <a:solidFill>
                                <a:schemeClr val="tx1"/>
                              </a:solidFill>
                              <a:effectLst/>
                              <a:latin typeface="Calibri" panose="020F0502020204030204" pitchFamily="34" charset="0"/>
                              <a:cs typeface="Calibri" panose="020F0502020204030204" pitchFamily="34" charset="0"/>
                            </a:rPr>
                            <a:t>0.5515 </a:t>
                          </a:r>
                        </a:p>
                      </a:txBody>
                      <a:tcPr marL="48722" marR="14753" marT="37478" marB="37478" anchor="ctr"/>
                    </a:tc>
                    <a:tc gridSpan="2">
                      <a:txBody>
                        <a:bodyPr/>
                        <a:lstStyle/>
                        <a:p>
                          <a:pPr algn="ctr" rtl="0" fontAlgn="base"/>
                          <a:r>
                            <a:rPr lang="en-US" sz="2000" b="0" i="0" u="none" cap="none" spc="0">
                              <a:solidFill>
                                <a:schemeClr val="tx1"/>
                              </a:solidFill>
                              <a:effectLst/>
                              <a:latin typeface="Calibri" panose="020F0502020204030204" pitchFamily="34" charset="0"/>
                              <a:cs typeface="Calibri" panose="020F0502020204030204" pitchFamily="34" charset="0"/>
                            </a:rPr>
                            <a:t>-  </a:t>
                          </a:r>
                        </a:p>
                      </a:txBody>
                      <a:tcPr marL="48722" marR="14753" marT="37478" marB="37478" anchor="ctr"/>
                    </a:tc>
                    <a:tc hMerge="1">
                      <a:txBody>
                        <a:bodyPr/>
                        <a:lstStyle/>
                        <a:p>
                          <a:pPr algn="ctr" rtl="0" fontAlgn="base"/>
                          <a:r>
                            <a:rPr lang="en-US" sz="1800" b="0" cap="none" spc="0">
                              <a:solidFill>
                                <a:schemeClr val="tx1"/>
                              </a:solidFill>
                              <a:effectLst/>
                            </a:rPr>
                            <a:t>-  </a:t>
                          </a:r>
                          <a:endParaRPr lang="en-US" sz="1800" b="0" i="0" cap="none" spc="0">
                            <a:solidFill>
                              <a:schemeClr val="tx1"/>
                            </a:solidFill>
                            <a:effectLst/>
                          </a:endParaRPr>
                        </a:p>
                      </a:txBody>
                      <a:tcPr marL="63241" marR="19149" marT="48647" marB="48647">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tcPr>
                    </a:tc>
                    <a:extLst>
                      <a:ext uri="{0D108BD9-81ED-4DB2-BD59-A6C34878D82A}">
                        <a16:rowId xmlns:a16="http://schemas.microsoft.com/office/drawing/2014/main" val="1325279331"/>
                      </a:ext>
                    </a:extLst>
                  </a:tr>
                  <a:tr h="379756">
                    <a:tc>
                      <a:txBody>
                        <a:bodyPr/>
                        <a:lstStyle/>
                        <a:p>
                          <a:pPr algn="l" rtl="0" fontAlgn="base"/>
                          <a:r>
                            <a:rPr lang="en-US" sz="2000" b="0" i="0" u="none" cap="none" spc="0">
                              <a:solidFill>
                                <a:schemeClr val="tx1"/>
                              </a:solidFill>
                              <a:effectLst/>
                              <a:latin typeface="Calibri" panose="020F0502020204030204" pitchFamily="34" charset="0"/>
                              <a:cs typeface="Calibri" panose="020F0502020204030204" pitchFamily="34" charset="0"/>
                            </a:rPr>
                            <a:t>Lasso Regression  </a:t>
                          </a:r>
                        </a:p>
                      </a:txBody>
                      <a:tcPr marL="48722" marR="14753" marT="37478" marB="37478"/>
                    </a:tc>
                    <a:tc>
                      <a:txBody>
                        <a:bodyPr/>
                        <a:lstStyle/>
                        <a:p>
                          <a:pPr algn="ctr" rtl="0" fontAlgn="base"/>
                          <a:r>
                            <a:rPr lang="en-US" sz="2000" b="0" i="0" u="none" cap="none" spc="0">
                              <a:solidFill>
                                <a:schemeClr val="tx1"/>
                              </a:solidFill>
                              <a:effectLst/>
                              <a:latin typeface="Calibri" panose="020F0502020204030204" pitchFamily="34" charset="0"/>
                              <a:cs typeface="Calibri" panose="020F0502020204030204" pitchFamily="34" charset="0"/>
                            </a:rPr>
                            <a:t>0.8788  </a:t>
                          </a:r>
                        </a:p>
                      </a:txBody>
                      <a:tcPr marL="48722" marR="14753" marT="37478" marB="37478" anchor="ctr"/>
                    </a:tc>
                    <a:tc>
                      <a:txBody>
                        <a:bodyPr/>
                        <a:lstStyle/>
                        <a:p>
                          <a:pPr algn="ctr" rtl="0" fontAlgn="base"/>
                          <a:r>
                            <a:rPr lang="en-US" sz="2000" b="0" i="0" u="none" cap="none" spc="0">
                              <a:solidFill>
                                <a:schemeClr val="tx1"/>
                              </a:solidFill>
                              <a:effectLst/>
                              <a:latin typeface="Calibri" panose="020F0502020204030204" pitchFamily="34" charset="0"/>
                              <a:cs typeface="Calibri" panose="020F0502020204030204" pitchFamily="34" charset="0"/>
                            </a:rPr>
                            <a:t>0.6564  </a:t>
                          </a:r>
                        </a:p>
                      </a:txBody>
                      <a:tcPr marL="48722" marR="14753" marT="37478" marB="37478" anchor="ctr"/>
                    </a:tc>
                    <a:tc gridSpan="2">
                      <a:txBody>
                        <a:bodyPr/>
                        <a:lstStyle/>
                        <a:p>
                          <a:endParaRPr lang="en-US"/>
                        </a:p>
                      </a:txBody>
                      <a:tcPr marL="48722" marR="14753" marT="37478" marB="37478" anchor="ctr">
                        <a:blipFill>
                          <a:blip r:embed="rId3"/>
                          <a:stretch>
                            <a:fillRect l="-274432" t="-485714" r="-284" b="-1158730"/>
                          </a:stretch>
                        </a:blipFill>
                      </a:tcPr>
                    </a:tc>
                    <a:tc hMerge="1">
                      <a:txBody>
                        <a:bodyPr/>
                        <a:lstStyle/>
                        <a:p>
                          <a:pPr algn="ctr" rtl="0" fontAlgn="base"/>
                          <a:r>
                            <a:rPr lang="en-US" sz="1800" b="0" cap="none" spc="0">
                              <a:solidFill>
                                <a:schemeClr val="tx1"/>
                              </a:solidFill>
                              <a:effectLst/>
                            </a:rPr>
                            <a:t>alpha = 1,  </a:t>
                          </a:r>
                        </a:p>
                        <a:p>
                          <a:pPr algn="ctr" rtl="0" fontAlgn="base"/>
                          <a:r>
                            <a:rPr lang="el-GR" sz="1800" b="0" cap="none" spc="0">
                              <a:solidFill>
                                <a:schemeClr val="tx1"/>
                              </a:solidFill>
                              <a:effectLst/>
                            </a:rPr>
                            <a:t>λ= 0.0021 </a:t>
                          </a:r>
                          <a:endParaRPr lang="el-GR" sz="1800" b="0" i="0" cap="none" spc="0">
                            <a:solidFill>
                              <a:schemeClr val="tx1"/>
                            </a:solidFill>
                            <a:effectLst/>
                          </a:endParaRPr>
                        </a:p>
                      </a:txBody>
                      <a:tcPr marL="63241" marR="19149" marT="48647" marB="48647">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tcPr>
                    </a:tc>
                    <a:extLst>
                      <a:ext uri="{0D108BD9-81ED-4DB2-BD59-A6C34878D82A}">
                        <a16:rowId xmlns:a16="http://schemas.microsoft.com/office/drawing/2014/main" val="384924601"/>
                      </a:ext>
                    </a:extLst>
                  </a:tr>
                  <a:tr h="379756">
                    <a:tc gridSpan="5">
                      <a:txBody>
                        <a:bodyPr/>
                        <a:lstStyle/>
                        <a:p>
                          <a:pPr algn="ctr" rtl="0" fontAlgn="base"/>
                          <a:r>
                            <a:rPr lang="en-US" sz="2000" b="1" i="0" u="none" cap="none" spc="0">
                              <a:solidFill>
                                <a:schemeClr val="tx1"/>
                              </a:solidFill>
                              <a:effectLst/>
                              <a:latin typeface="Calibri" panose="020F0502020204030204" pitchFamily="34" charset="0"/>
                              <a:cs typeface="Calibri" panose="020F0502020204030204" pitchFamily="34" charset="0"/>
                            </a:rPr>
                            <a:t>Non-Parametric Methods  </a:t>
                          </a:r>
                        </a:p>
                      </a:txBody>
                      <a:tcPr marL="48722" marR="14753" marT="37478" marB="37478" anchor="ctr"/>
                    </a:tc>
                    <a:tc hMerge="1">
                      <a:txBody>
                        <a:bodyPr/>
                        <a:lstStyle/>
                        <a:p>
                          <a:endParaRPr lang="en-US"/>
                        </a:p>
                      </a:txBody>
                      <a:tcPr/>
                    </a:tc>
                    <a:tc hMerge="1">
                      <a:txBody>
                        <a:bodyPr/>
                        <a:lstStyle/>
                        <a:p>
                          <a:endParaRPr lang="en-US"/>
                        </a:p>
                      </a:txBody>
                      <a:tcPr/>
                    </a:tc>
                    <a:tc hMerge="1">
                      <a:txBody>
                        <a:bodyPr/>
                        <a:lstStyle/>
                        <a:p>
                          <a:endParaRPr lang="en-US"/>
                        </a:p>
                      </a:txBody>
                      <a:tcPr>
                        <a:lnL w="12700" cap="flat" cmpd="sng" algn="ctr">
                          <a:solidFill>
                            <a:schemeClr val="bg2">
                              <a:lumMod val="90000"/>
                            </a:schemeClr>
                          </a:solidFill>
                          <a:prstDash val="solid"/>
                          <a:round/>
                          <a:headEnd type="none" w="med" len="med"/>
                          <a:tailEnd type="none" w="med" len="med"/>
                        </a:lnL>
                        <a:lnT w="12700" cap="flat" cmpd="sng" algn="ctr">
                          <a:solidFill>
                            <a:schemeClr val="bg2">
                              <a:lumMod val="90000"/>
                            </a:schemeClr>
                          </a:solidFill>
                          <a:prstDash val="solid"/>
                          <a:round/>
                          <a:headEnd type="none" w="med" len="med"/>
                          <a:tailEnd type="none" w="med" len="med"/>
                        </a:lnT>
                      </a:tcPr>
                    </a:tc>
                    <a:tc hMerge="1">
                      <a:txBody>
                        <a:bodyPr/>
                        <a:lstStyle/>
                        <a:p>
                          <a:endParaRPr lang="en-US"/>
                        </a:p>
                      </a:txBody>
                      <a:tcPr/>
                    </a:tc>
                    <a:extLst>
                      <a:ext uri="{0D108BD9-81ED-4DB2-BD59-A6C34878D82A}">
                        <a16:rowId xmlns:a16="http://schemas.microsoft.com/office/drawing/2014/main" val="816455187"/>
                      </a:ext>
                    </a:extLst>
                  </a:tr>
                  <a:tr h="684556">
                    <a:tc>
                      <a:txBody>
                        <a:bodyPr/>
                        <a:lstStyle/>
                        <a:p>
                          <a:pPr algn="l" rtl="0" fontAlgn="base"/>
                          <a:r>
                            <a:rPr lang="en-US" sz="2000" b="1" i="0" u="none" cap="none" spc="0">
                              <a:solidFill>
                                <a:schemeClr val="accent6"/>
                              </a:solidFill>
                              <a:effectLst/>
                              <a:latin typeface="Calibri" panose="020F0502020204030204" pitchFamily="34" charset="0"/>
                              <a:cs typeface="Calibri" panose="020F0502020204030204" pitchFamily="34" charset="0"/>
                            </a:rPr>
                            <a:t>Radial Kernel Support Vector Classifier (SVM)  </a:t>
                          </a:r>
                        </a:p>
                      </a:txBody>
                      <a:tcPr marL="48722" marR="14753" marT="37478" marB="37478"/>
                    </a:tc>
                    <a:tc>
                      <a:txBody>
                        <a:bodyPr/>
                        <a:lstStyle/>
                        <a:p>
                          <a:pPr algn="ctr" rtl="0" fontAlgn="base"/>
                          <a:r>
                            <a:rPr lang="en-US" sz="2000" b="0" i="0" u="none" cap="none" spc="0">
                              <a:solidFill>
                                <a:schemeClr val="accent6"/>
                              </a:solidFill>
                              <a:effectLst/>
                              <a:latin typeface="Calibri" panose="020F0502020204030204" pitchFamily="34" charset="0"/>
                              <a:cs typeface="Calibri" panose="020F0502020204030204" pitchFamily="34" charset="0"/>
                            </a:rPr>
                            <a:t>0.9261* </a:t>
                          </a:r>
                        </a:p>
                      </a:txBody>
                      <a:tcPr marL="48722" marR="14753" marT="37478" marB="37478" anchor="ctr"/>
                    </a:tc>
                    <a:tc>
                      <a:txBody>
                        <a:bodyPr/>
                        <a:lstStyle/>
                        <a:p>
                          <a:pPr algn="ctr" rtl="0" fontAlgn="base"/>
                          <a:r>
                            <a:rPr lang="en-US" sz="2000" b="0" i="0" u="none" cap="none" spc="0">
                              <a:solidFill>
                                <a:schemeClr val="accent6"/>
                              </a:solidFill>
                              <a:effectLst/>
                              <a:latin typeface="Calibri" panose="020F0502020204030204" pitchFamily="34" charset="0"/>
                              <a:cs typeface="Calibri" panose="020F0502020204030204" pitchFamily="34" charset="0"/>
                            </a:rPr>
                            <a:t>0.8001 </a:t>
                          </a:r>
                        </a:p>
                      </a:txBody>
                      <a:tcPr marL="48722" marR="14753" marT="37478" marB="37478" anchor="ctr"/>
                    </a:tc>
                    <a:tc gridSpan="2">
                      <a:txBody>
                        <a:bodyPr/>
                        <a:lstStyle/>
                        <a:p>
                          <a:endParaRPr lang="en-US"/>
                        </a:p>
                      </a:txBody>
                      <a:tcPr marL="48722" marR="14753" marT="37478" marB="37478" anchor="ctr">
                        <a:blipFill>
                          <a:blip r:embed="rId3"/>
                          <a:stretch>
                            <a:fillRect l="-274432" t="-381416" r="-284" b="-491150"/>
                          </a:stretch>
                        </a:blipFill>
                      </a:tcPr>
                    </a:tc>
                    <a:tc hMerge="1">
                      <a:txBody>
                        <a:bodyPr/>
                        <a:lstStyle/>
                        <a:p>
                          <a:pPr algn="ctr" rtl="0" fontAlgn="base"/>
                          <a:r>
                            <a:rPr lang="en-US" sz="1800" b="1" cap="none" spc="0">
                              <a:solidFill>
                                <a:schemeClr val="tx1"/>
                              </a:solidFill>
                              <a:effectLst/>
                            </a:rPr>
                            <a:t>s= 0.0073, </a:t>
                          </a:r>
                        </a:p>
                        <a:p>
                          <a:pPr algn="ctr" rtl="0" fontAlgn="base"/>
                          <a:r>
                            <a:rPr lang="en-US" sz="1800" b="1" cap="none" spc="0">
                              <a:solidFill>
                                <a:schemeClr val="tx1"/>
                              </a:solidFill>
                              <a:effectLst/>
                            </a:rPr>
                            <a:t> cost = 131072 </a:t>
                          </a:r>
                          <a:endParaRPr lang="en-US" sz="1800" b="1" i="0" cap="none" spc="0">
                            <a:solidFill>
                              <a:schemeClr val="tx1"/>
                            </a:solidFill>
                            <a:effectLst/>
                          </a:endParaRPr>
                        </a:p>
                      </a:txBody>
                      <a:tcPr marL="63241" marR="19149" marT="48647" marB="48647">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tcPr>
                    </a:tc>
                    <a:extLst>
                      <a:ext uri="{0D108BD9-81ED-4DB2-BD59-A6C34878D82A}">
                        <a16:rowId xmlns:a16="http://schemas.microsoft.com/office/drawing/2014/main" val="1410223819"/>
                      </a:ext>
                    </a:extLst>
                  </a:tr>
                  <a:tr h="379756">
                    <a:tc>
                      <a:txBody>
                        <a:bodyPr/>
                        <a:lstStyle/>
                        <a:p>
                          <a:pPr algn="l" rtl="0" fontAlgn="base"/>
                          <a:r>
                            <a:rPr lang="en-US" sz="2000" b="0" i="0" u="none" cap="none" spc="0">
                              <a:solidFill>
                                <a:schemeClr val="tx1"/>
                              </a:solidFill>
                              <a:effectLst/>
                              <a:latin typeface="Calibri" panose="020F0502020204030204" pitchFamily="34" charset="0"/>
                              <a:cs typeface="Calibri" panose="020F0502020204030204" pitchFamily="34" charset="0"/>
                            </a:rPr>
                            <a:t>Classification Trees  </a:t>
                          </a:r>
                        </a:p>
                      </a:txBody>
                      <a:tcPr marL="48722" marR="14753" marT="37478" marB="37478"/>
                    </a:tc>
                    <a:tc>
                      <a:txBody>
                        <a:bodyPr/>
                        <a:lstStyle/>
                        <a:p>
                          <a:pPr algn="ctr" rtl="0" fontAlgn="base"/>
                          <a:r>
                            <a:rPr lang="en-US" sz="2000" b="0" i="0" u="none" cap="none" spc="0">
                              <a:solidFill>
                                <a:schemeClr val="tx1"/>
                              </a:solidFill>
                              <a:effectLst/>
                              <a:latin typeface="Calibri" panose="020F0502020204030204" pitchFamily="34" charset="0"/>
                              <a:cs typeface="Calibri" panose="020F0502020204030204" pitchFamily="34" charset="0"/>
                            </a:rPr>
                            <a:t>0.8182 </a:t>
                          </a:r>
                        </a:p>
                      </a:txBody>
                      <a:tcPr marL="48722" marR="14753" marT="37478" marB="37478" anchor="ctr"/>
                    </a:tc>
                    <a:tc>
                      <a:txBody>
                        <a:bodyPr/>
                        <a:lstStyle/>
                        <a:p>
                          <a:pPr algn="ctr" rtl="0" fontAlgn="base"/>
                          <a:r>
                            <a:rPr lang="en-US" sz="2000" b="0" i="0" u="none" cap="none" spc="0">
                              <a:solidFill>
                                <a:schemeClr val="tx1"/>
                              </a:solidFill>
                              <a:effectLst/>
                              <a:latin typeface="Calibri" panose="020F0502020204030204" pitchFamily="34" charset="0"/>
                              <a:cs typeface="Calibri" panose="020F0502020204030204" pitchFamily="34" charset="0"/>
                            </a:rPr>
                            <a:t>0.5755  </a:t>
                          </a:r>
                        </a:p>
                      </a:txBody>
                      <a:tcPr marL="48722" marR="14753" marT="37478" marB="37478" anchor="ctr"/>
                    </a:tc>
                    <a:tc gridSpan="2">
                      <a:txBody>
                        <a:bodyPr/>
                        <a:lstStyle/>
                        <a:p>
                          <a:pPr algn="ctr" rtl="0" fontAlgn="base"/>
                          <a:r>
                            <a:rPr lang="en-US" sz="2000" b="0" i="0" u="none" cap="none" spc="0">
                              <a:solidFill>
                                <a:schemeClr val="tx1"/>
                              </a:solidFill>
                              <a:effectLst/>
                              <a:latin typeface="Calibri" panose="020F0502020204030204" pitchFamily="34" charset="0"/>
                              <a:cs typeface="Calibri" panose="020F0502020204030204" pitchFamily="34" charset="0"/>
                            </a:rPr>
                            <a:t>cp = 0.0059  </a:t>
                          </a:r>
                        </a:p>
                      </a:txBody>
                      <a:tcPr marL="48722" marR="14753" marT="37478" marB="37478" anchor="ctr"/>
                    </a:tc>
                    <a:tc hMerge="1">
                      <a:txBody>
                        <a:bodyPr/>
                        <a:lstStyle/>
                        <a:p>
                          <a:pPr algn="ctr" rtl="0" fontAlgn="base"/>
                          <a:r>
                            <a:rPr lang="en-US" sz="1800" b="0" cap="none" spc="0">
                              <a:solidFill>
                                <a:schemeClr val="tx1"/>
                              </a:solidFill>
                              <a:effectLst/>
                            </a:rPr>
                            <a:t>cp = 0.0059  </a:t>
                          </a:r>
                          <a:endParaRPr lang="en-US" sz="1800" b="0" i="0" cap="none" spc="0">
                            <a:solidFill>
                              <a:schemeClr val="tx1"/>
                            </a:solidFill>
                            <a:effectLst/>
                          </a:endParaRPr>
                        </a:p>
                      </a:txBody>
                      <a:tcPr marL="63241" marR="19149" marT="48647" marB="48647">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tcPr>
                    </a:tc>
                    <a:extLst>
                      <a:ext uri="{0D108BD9-81ED-4DB2-BD59-A6C34878D82A}">
                        <a16:rowId xmlns:a16="http://schemas.microsoft.com/office/drawing/2014/main" val="1535821104"/>
                      </a:ext>
                    </a:extLst>
                  </a:tr>
                  <a:tr h="379756">
                    <a:tc>
                      <a:txBody>
                        <a:bodyPr/>
                        <a:lstStyle/>
                        <a:p>
                          <a:pPr algn="l" rtl="0" fontAlgn="base"/>
                          <a:r>
                            <a:rPr lang="en-US" sz="2000" b="0" i="0" u="none" cap="none" spc="0">
                              <a:solidFill>
                                <a:schemeClr val="tx1"/>
                              </a:solidFill>
                              <a:effectLst/>
                              <a:latin typeface="Calibri" panose="020F0502020204030204" pitchFamily="34" charset="0"/>
                              <a:cs typeface="Calibri" panose="020F0502020204030204" pitchFamily="34" charset="0"/>
                            </a:rPr>
                            <a:t>Random Forest  </a:t>
                          </a:r>
                        </a:p>
                      </a:txBody>
                      <a:tcPr marL="48722" marR="14753" marT="37478" marB="37478"/>
                    </a:tc>
                    <a:tc>
                      <a:txBody>
                        <a:bodyPr/>
                        <a:lstStyle/>
                        <a:p>
                          <a:pPr algn="ctr" rtl="0" fontAlgn="base"/>
                          <a:r>
                            <a:rPr lang="en-US" sz="2000" b="0" i="0" u="none" cap="none" spc="0">
                              <a:solidFill>
                                <a:schemeClr val="tx1"/>
                              </a:solidFill>
                              <a:effectLst/>
                              <a:latin typeface="Calibri" panose="020F0502020204030204" pitchFamily="34" charset="0"/>
                              <a:cs typeface="Calibri" panose="020F0502020204030204" pitchFamily="34" charset="0"/>
                            </a:rPr>
                            <a:t>0.9166 </a:t>
                          </a:r>
                        </a:p>
                      </a:txBody>
                      <a:tcPr marL="48722" marR="14753" marT="37478" marB="37478" anchor="ctr"/>
                    </a:tc>
                    <a:tc>
                      <a:txBody>
                        <a:bodyPr/>
                        <a:lstStyle/>
                        <a:p>
                          <a:pPr algn="ctr" rtl="0" fontAlgn="base"/>
                          <a:r>
                            <a:rPr lang="en-US" sz="2000" b="0" i="0" u="none" cap="none" spc="0">
                              <a:solidFill>
                                <a:schemeClr val="tx1"/>
                              </a:solidFill>
                              <a:effectLst/>
                              <a:latin typeface="Calibri" panose="020F0502020204030204" pitchFamily="34" charset="0"/>
                              <a:cs typeface="Calibri" panose="020F0502020204030204" pitchFamily="34" charset="0"/>
                            </a:rPr>
                            <a:t>0.7591 </a:t>
                          </a:r>
                        </a:p>
                      </a:txBody>
                      <a:tcPr marL="48722" marR="14753" marT="37478" marB="37478" anchor="ctr"/>
                    </a:tc>
                    <a:tc gridSpan="2">
                      <a:txBody>
                        <a:bodyPr/>
                        <a:lstStyle/>
                        <a:p>
                          <a:pPr algn="ctr" rtl="0" fontAlgn="base"/>
                          <a:r>
                            <a:rPr lang="en-US" sz="2000" b="0" i="0" u="none" cap="none" spc="0" err="1">
                              <a:solidFill>
                                <a:schemeClr val="tx1"/>
                              </a:solidFill>
                              <a:effectLst/>
                              <a:latin typeface="Calibri" panose="020F0502020204030204" pitchFamily="34" charset="0"/>
                              <a:cs typeface="Calibri" panose="020F0502020204030204" pitchFamily="34" charset="0"/>
                            </a:rPr>
                            <a:t>mtry</a:t>
                          </a:r>
                          <a:r>
                            <a:rPr lang="en-US" sz="2000" b="0" i="0" u="none" cap="none" spc="0">
                              <a:solidFill>
                                <a:schemeClr val="tx1"/>
                              </a:solidFill>
                              <a:effectLst/>
                              <a:latin typeface="Calibri" panose="020F0502020204030204" pitchFamily="34" charset="0"/>
                              <a:cs typeface="Calibri" panose="020F0502020204030204" pitchFamily="34" charset="0"/>
                            </a:rPr>
                            <a:t>=77  </a:t>
                          </a:r>
                        </a:p>
                      </a:txBody>
                      <a:tcPr marL="48722" marR="14753" marT="37478" marB="37478" anchor="ctr"/>
                    </a:tc>
                    <a:tc hMerge="1">
                      <a:txBody>
                        <a:bodyPr/>
                        <a:lstStyle/>
                        <a:p>
                          <a:pPr algn="ctr" rtl="0" fontAlgn="base"/>
                          <a:r>
                            <a:rPr lang="en-US" sz="1800" b="0" cap="none" spc="0" err="1">
                              <a:solidFill>
                                <a:schemeClr val="tx1"/>
                              </a:solidFill>
                              <a:effectLst/>
                            </a:rPr>
                            <a:t>mtry</a:t>
                          </a:r>
                          <a:r>
                            <a:rPr lang="en-US" sz="1800" b="0" cap="none" spc="0">
                              <a:solidFill>
                                <a:schemeClr val="tx1"/>
                              </a:solidFill>
                              <a:effectLst/>
                            </a:rPr>
                            <a:t>=77  </a:t>
                          </a:r>
                          <a:endParaRPr lang="en-US" sz="1800" b="0" i="0" cap="none" spc="0">
                            <a:solidFill>
                              <a:schemeClr val="tx1"/>
                            </a:solidFill>
                            <a:effectLst/>
                          </a:endParaRPr>
                        </a:p>
                      </a:txBody>
                      <a:tcPr marL="63241" marR="19149" marT="48647" marB="48647">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tcPr>
                    </a:tc>
                    <a:extLst>
                      <a:ext uri="{0D108BD9-81ED-4DB2-BD59-A6C34878D82A}">
                        <a16:rowId xmlns:a16="http://schemas.microsoft.com/office/drawing/2014/main" val="3241768116"/>
                      </a:ext>
                    </a:extLst>
                  </a:tr>
                  <a:tr h="379756">
                    <a:tc>
                      <a:txBody>
                        <a:bodyPr/>
                        <a:lstStyle/>
                        <a:p>
                          <a:pPr algn="l" rtl="0" fontAlgn="base"/>
                          <a:r>
                            <a:rPr lang="en-US" sz="2000" b="0" i="0" u="none" cap="none" spc="0">
                              <a:solidFill>
                                <a:schemeClr val="tx1"/>
                              </a:solidFill>
                              <a:effectLst/>
                              <a:latin typeface="Calibri" panose="020F0502020204030204" pitchFamily="34" charset="0"/>
                              <a:cs typeface="Calibri" panose="020F0502020204030204" pitchFamily="34" charset="0"/>
                            </a:rPr>
                            <a:t>K-Nearest Neighbor  </a:t>
                          </a:r>
                        </a:p>
                      </a:txBody>
                      <a:tcPr marL="48722" marR="14753" marT="37478" marB="37478"/>
                    </a:tc>
                    <a:tc>
                      <a:txBody>
                        <a:bodyPr/>
                        <a:lstStyle/>
                        <a:p>
                          <a:pPr algn="ctr" rtl="0" fontAlgn="base"/>
                          <a:r>
                            <a:rPr lang="en-US" sz="2000" b="0" i="0" u="none" cap="none" spc="0">
                              <a:solidFill>
                                <a:schemeClr val="tx1"/>
                              </a:solidFill>
                              <a:effectLst/>
                              <a:latin typeface="Calibri" panose="020F0502020204030204" pitchFamily="34" charset="0"/>
                              <a:cs typeface="Calibri" panose="020F0502020204030204" pitchFamily="34" charset="0"/>
                            </a:rPr>
                            <a:t>0.9019 </a:t>
                          </a:r>
                        </a:p>
                      </a:txBody>
                      <a:tcPr marL="48722" marR="14753" marT="37478" marB="37478" anchor="ctr"/>
                    </a:tc>
                    <a:tc>
                      <a:txBody>
                        <a:bodyPr/>
                        <a:lstStyle/>
                        <a:p>
                          <a:pPr algn="ctr" rtl="0" fontAlgn="base"/>
                          <a:r>
                            <a:rPr lang="en-US" sz="2000" b="0" i="0" u="none" cap="none" spc="0">
                              <a:solidFill>
                                <a:schemeClr val="tx1"/>
                              </a:solidFill>
                              <a:effectLst/>
                              <a:latin typeface="Calibri" panose="020F0502020204030204" pitchFamily="34" charset="0"/>
                              <a:cs typeface="Calibri" panose="020F0502020204030204" pitchFamily="34" charset="0"/>
                            </a:rPr>
                            <a:t>0.7258 </a:t>
                          </a:r>
                        </a:p>
                      </a:txBody>
                      <a:tcPr marL="48722" marR="14753" marT="37478" marB="37478" anchor="ctr"/>
                    </a:tc>
                    <a:tc gridSpan="2">
                      <a:txBody>
                        <a:bodyPr/>
                        <a:lstStyle/>
                        <a:p>
                          <a:pPr algn="ctr" rtl="0" fontAlgn="base"/>
                          <a:r>
                            <a:rPr lang="en-US" sz="2000" b="0" i="0" u="none" cap="none" spc="0">
                              <a:solidFill>
                                <a:schemeClr val="tx1"/>
                              </a:solidFill>
                              <a:effectLst/>
                              <a:latin typeface="Calibri" panose="020F0502020204030204" pitchFamily="34" charset="0"/>
                              <a:cs typeface="Calibri" panose="020F0502020204030204" pitchFamily="34" charset="0"/>
                            </a:rPr>
                            <a:t>K = 5  </a:t>
                          </a:r>
                        </a:p>
                      </a:txBody>
                      <a:tcPr marL="48722" marR="14753" marT="37478" marB="37478" anchor="ctr"/>
                    </a:tc>
                    <a:tc hMerge="1">
                      <a:txBody>
                        <a:bodyPr/>
                        <a:lstStyle/>
                        <a:p>
                          <a:pPr algn="ctr" rtl="0" fontAlgn="base"/>
                          <a:r>
                            <a:rPr lang="en-US" sz="1800" b="0" cap="none" spc="0">
                              <a:solidFill>
                                <a:schemeClr val="tx1"/>
                              </a:solidFill>
                              <a:effectLst/>
                            </a:rPr>
                            <a:t>K = 5  </a:t>
                          </a:r>
                          <a:endParaRPr lang="en-US" sz="1800" b="0" i="0" cap="none" spc="0">
                            <a:solidFill>
                              <a:schemeClr val="tx1"/>
                            </a:solidFill>
                            <a:effectLst/>
                          </a:endParaRPr>
                        </a:p>
                      </a:txBody>
                      <a:tcPr marL="63241" marR="19149" marT="48647" marB="48647">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tcPr>
                    </a:tc>
                    <a:extLst>
                      <a:ext uri="{0D108BD9-81ED-4DB2-BD59-A6C34878D82A}">
                        <a16:rowId xmlns:a16="http://schemas.microsoft.com/office/drawing/2014/main" val="273016086"/>
                      </a:ext>
                    </a:extLst>
                  </a:tr>
                  <a:tr h="684556">
                    <a:tc>
                      <a:txBody>
                        <a:bodyPr/>
                        <a:lstStyle/>
                        <a:p>
                          <a:pPr algn="l" rtl="0" fontAlgn="base"/>
                          <a:r>
                            <a:rPr lang="en-US" sz="2000" b="0" i="0" u="none" cap="none" spc="0">
                              <a:solidFill>
                                <a:schemeClr val="tx1"/>
                              </a:solidFill>
                              <a:effectLst/>
                              <a:latin typeface="Calibri" panose="020F0502020204030204" pitchFamily="34" charset="0"/>
                              <a:cs typeface="Calibri" panose="020F0502020204030204" pitchFamily="34" charset="0"/>
                            </a:rPr>
                            <a:t>Neural Network  </a:t>
                          </a:r>
                        </a:p>
                      </a:txBody>
                      <a:tcPr marL="48722" marR="14753" marT="37478" marB="37478"/>
                    </a:tc>
                    <a:tc>
                      <a:txBody>
                        <a:bodyPr/>
                        <a:lstStyle/>
                        <a:p>
                          <a:pPr algn="ctr" rtl="0" fontAlgn="base"/>
                          <a:r>
                            <a:rPr lang="en-US" sz="2000" b="0" i="0" u="none" cap="none" spc="0">
                              <a:solidFill>
                                <a:schemeClr val="tx1"/>
                              </a:solidFill>
                              <a:effectLst/>
                              <a:latin typeface="Calibri" panose="020F0502020204030204" pitchFamily="34" charset="0"/>
                              <a:cs typeface="Calibri" panose="020F0502020204030204" pitchFamily="34" charset="0"/>
                            </a:rPr>
                            <a:t>0.9187 </a:t>
                          </a:r>
                        </a:p>
                      </a:txBody>
                      <a:tcPr marL="48722" marR="14753" marT="37478" marB="37478" anchor="ctr"/>
                    </a:tc>
                    <a:tc>
                      <a:txBody>
                        <a:bodyPr/>
                        <a:lstStyle/>
                        <a:p>
                          <a:pPr algn="ctr" rtl="0" fontAlgn="base"/>
                          <a:r>
                            <a:rPr lang="en-US" sz="2000" b="0" i="0" u="none" cap="none" spc="0">
                              <a:solidFill>
                                <a:schemeClr val="tx1"/>
                              </a:solidFill>
                              <a:effectLst/>
                              <a:latin typeface="Calibri" panose="020F0502020204030204" pitchFamily="34" charset="0"/>
                              <a:cs typeface="Calibri" panose="020F0502020204030204" pitchFamily="34" charset="0"/>
                            </a:rPr>
                            <a:t>0.7765 </a:t>
                          </a:r>
                        </a:p>
                      </a:txBody>
                      <a:tcPr marL="48722" marR="14753" marT="37478" marB="37478" anchor="ctr"/>
                    </a:tc>
                    <a:tc gridSpan="2">
                      <a:txBody>
                        <a:bodyPr/>
                        <a:lstStyle/>
                        <a:p>
                          <a:pPr algn="ctr" rtl="0" fontAlgn="base"/>
                          <a:r>
                            <a:rPr lang="en-US" sz="2000" b="0" i="0" u="none" cap="none" spc="0">
                              <a:solidFill>
                                <a:schemeClr val="tx1"/>
                              </a:solidFill>
                              <a:effectLst/>
                              <a:latin typeface="Calibri" panose="020F0502020204030204" pitchFamily="34" charset="0"/>
                              <a:cs typeface="Calibri" panose="020F0502020204030204" pitchFamily="34" charset="0"/>
                            </a:rPr>
                            <a:t>size = 5,  </a:t>
                          </a:r>
                        </a:p>
                        <a:p>
                          <a:pPr algn="ctr" rtl="0" fontAlgn="base"/>
                          <a:r>
                            <a:rPr lang="en-US" sz="2000" b="0" i="0" u="none" cap="none" spc="0">
                              <a:solidFill>
                                <a:schemeClr val="tx1"/>
                              </a:solidFill>
                              <a:effectLst/>
                              <a:latin typeface="Calibri" panose="020F0502020204030204" pitchFamily="34" charset="0"/>
                              <a:cs typeface="Calibri" panose="020F0502020204030204" pitchFamily="34" charset="0"/>
                            </a:rPr>
                            <a:t>decay = 0.1  </a:t>
                          </a:r>
                        </a:p>
                      </a:txBody>
                      <a:tcPr marL="48722" marR="14753" marT="37478" marB="37478" anchor="ctr"/>
                    </a:tc>
                    <a:tc hMerge="1">
                      <a:txBody>
                        <a:bodyPr/>
                        <a:lstStyle/>
                        <a:p>
                          <a:pPr algn="ctr" rtl="0" fontAlgn="base"/>
                          <a:r>
                            <a:rPr lang="en-US" sz="1800" b="0" cap="none" spc="0">
                              <a:solidFill>
                                <a:schemeClr val="tx1"/>
                              </a:solidFill>
                              <a:effectLst/>
                            </a:rPr>
                            <a:t>size = 5,  </a:t>
                          </a:r>
                        </a:p>
                        <a:p>
                          <a:pPr algn="ctr" rtl="0" fontAlgn="base"/>
                          <a:r>
                            <a:rPr lang="en-US" sz="1800" b="0" cap="none" spc="0">
                              <a:solidFill>
                                <a:schemeClr val="tx1"/>
                              </a:solidFill>
                              <a:effectLst/>
                            </a:rPr>
                            <a:t>decay = 0.1  </a:t>
                          </a:r>
                          <a:endParaRPr lang="en-US" sz="1800" b="0" i="0" cap="none" spc="0">
                            <a:solidFill>
                              <a:schemeClr val="tx1"/>
                            </a:solidFill>
                            <a:effectLst/>
                          </a:endParaRPr>
                        </a:p>
                      </a:txBody>
                      <a:tcPr marL="63241" marR="19149" marT="48647" marB="48647">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tcPr>
                    </a:tc>
                    <a:extLst>
                      <a:ext uri="{0D108BD9-81ED-4DB2-BD59-A6C34878D82A}">
                        <a16:rowId xmlns:a16="http://schemas.microsoft.com/office/drawing/2014/main" val="1848807374"/>
                      </a:ext>
                    </a:extLst>
                  </a:tr>
                  <a:tr h="379756">
                    <a:tc gridSpan="5">
                      <a:txBody>
                        <a:bodyPr/>
                        <a:lstStyle/>
                        <a:p>
                          <a:pPr algn="ctr" rtl="0" fontAlgn="base"/>
                          <a:r>
                            <a:rPr lang="en-US" sz="2000" b="1" i="0" u="none" cap="none" spc="0">
                              <a:solidFill>
                                <a:schemeClr val="tx1"/>
                              </a:solidFill>
                              <a:effectLst/>
                              <a:latin typeface="Calibri" panose="020F0502020204030204" pitchFamily="34" charset="0"/>
                              <a:cs typeface="Calibri" panose="020F0502020204030204" pitchFamily="34" charset="0"/>
                            </a:rPr>
                            <a:t>Repeated Measures </a:t>
                          </a:r>
                        </a:p>
                      </a:txBody>
                      <a:tcPr marL="48722" marR="14753" marT="37478" marB="37478" anchor="ctr"/>
                    </a:tc>
                    <a:tc hMerge="1">
                      <a:txBody>
                        <a:bodyPr/>
                        <a:lstStyle/>
                        <a:p>
                          <a:endParaRPr lang="en-US"/>
                        </a:p>
                      </a:txBody>
                      <a:tcPr/>
                    </a:tc>
                    <a:tc hMerge="1">
                      <a:txBody>
                        <a:bodyPr/>
                        <a:lstStyle/>
                        <a:p>
                          <a:endParaRPr lang="en-US"/>
                        </a:p>
                      </a:txBody>
                      <a:tcPr/>
                    </a:tc>
                    <a:tc hMerge="1">
                      <a:txBody>
                        <a:bodyPr/>
                        <a:lstStyle/>
                        <a:p>
                          <a:endParaRPr lang="en-US"/>
                        </a:p>
                      </a:txBody>
                      <a:tcPr>
                        <a:lnL w="12700" cap="flat" cmpd="sng" algn="ctr">
                          <a:solidFill>
                            <a:schemeClr val="bg2">
                              <a:lumMod val="90000"/>
                            </a:schemeClr>
                          </a:solidFill>
                          <a:prstDash val="solid"/>
                          <a:round/>
                          <a:headEnd type="none" w="med" len="med"/>
                          <a:tailEnd type="none" w="med" len="med"/>
                        </a:lnL>
                        <a:lnT w="12700" cap="flat" cmpd="sng" algn="ctr">
                          <a:solidFill>
                            <a:schemeClr val="bg2">
                              <a:lumMod val="90000"/>
                            </a:schemeClr>
                          </a:solidFill>
                          <a:prstDash val="solid"/>
                          <a:round/>
                          <a:headEnd type="none" w="med" len="med"/>
                          <a:tailEnd type="none" w="med" len="med"/>
                        </a:lnT>
                      </a:tcPr>
                    </a:tc>
                    <a:tc hMerge="1">
                      <a:txBody>
                        <a:bodyPr/>
                        <a:lstStyle/>
                        <a:p>
                          <a:endParaRPr lang="en-US"/>
                        </a:p>
                      </a:txBody>
                      <a:tcPr/>
                    </a:tc>
                    <a:extLst>
                      <a:ext uri="{0D108BD9-81ED-4DB2-BD59-A6C34878D82A}">
                        <a16:rowId xmlns:a16="http://schemas.microsoft.com/office/drawing/2014/main" val="859107138"/>
                      </a:ext>
                    </a:extLst>
                  </a:tr>
                  <a:tr h="379756">
                    <a:tc>
                      <a:txBody>
                        <a:bodyPr/>
                        <a:lstStyle/>
                        <a:p>
                          <a:pPr algn="l" rtl="0" fontAlgn="base"/>
                          <a:r>
                            <a:rPr lang="en-US" sz="2000" b="1" i="0" u="none" cap="none" spc="0">
                              <a:solidFill>
                                <a:schemeClr val="accent6"/>
                              </a:solidFill>
                              <a:effectLst/>
                              <a:latin typeface="Calibri" panose="020F0502020204030204" pitchFamily="34" charset="0"/>
                              <a:cs typeface="Calibri" panose="020F0502020204030204" pitchFamily="34" charset="0"/>
                            </a:rPr>
                            <a:t>Mixed effect random forest  </a:t>
                          </a:r>
                        </a:p>
                      </a:txBody>
                      <a:tcPr marL="48722" marR="14753" marT="37478" marB="37478"/>
                    </a:tc>
                    <a:tc>
                      <a:txBody>
                        <a:bodyPr/>
                        <a:lstStyle/>
                        <a:p>
                          <a:pPr algn="ctr" rtl="0" fontAlgn="base"/>
                          <a:r>
                            <a:rPr lang="en-US" sz="2000" b="0" i="0" u="none" cap="none" spc="0">
                              <a:solidFill>
                                <a:schemeClr val="accent6"/>
                              </a:solidFill>
                              <a:effectLst/>
                              <a:latin typeface="Calibri" panose="020F0502020204030204" pitchFamily="34" charset="0"/>
                              <a:cs typeface="Calibri" panose="020F0502020204030204" pitchFamily="34" charset="0"/>
                            </a:rPr>
                            <a:t>0.9941* </a:t>
                          </a:r>
                        </a:p>
                      </a:txBody>
                      <a:tcPr marL="48722" marR="14753" marT="37478" marB="37478" anchor="ctr"/>
                    </a:tc>
                    <a:tc gridSpan="2">
                      <a:txBody>
                        <a:bodyPr/>
                        <a:lstStyle/>
                        <a:p>
                          <a:pPr algn="ctr" rtl="0" fontAlgn="base"/>
                          <a:r>
                            <a:rPr lang="en-US" sz="2000" b="0" i="0" u="none" cap="none" spc="0">
                              <a:solidFill>
                                <a:schemeClr val="accent6"/>
                              </a:solidFill>
                              <a:effectLst/>
                              <a:latin typeface="Calibri" panose="020F0502020204030204" pitchFamily="34" charset="0"/>
                              <a:cs typeface="Calibri" panose="020F0502020204030204" pitchFamily="34" charset="0"/>
                            </a:rPr>
                            <a:t>0.9821</a:t>
                          </a:r>
                        </a:p>
                      </a:txBody>
                      <a:tcPr marL="48722" marR="14753" marT="37478" marB="37478" anchor="ctr"/>
                    </a:tc>
                    <a:tc hMerge="1">
                      <a:txBody>
                        <a:bodyPr/>
                        <a:lstStyle/>
                        <a:p>
                          <a:pPr algn="ctr" rtl="0" fontAlgn="base"/>
                          <a:endParaRPr lang="en-US" sz="1800" b="1" i="0" cap="none" spc="0">
                            <a:solidFill>
                              <a:schemeClr val="tx1"/>
                            </a:solidFill>
                            <a:effectLst/>
                          </a:endParaRPr>
                        </a:p>
                      </a:txBody>
                      <a:tcPr marL="63241" marR="19149" marT="48647" marB="48647">
                        <a:lnL w="12700" cap="flat" cmpd="sng" algn="ctr">
                          <a:solidFill>
                            <a:schemeClr val="bg2">
                              <a:lumMod val="90000"/>
                            </a:schemeClr>
                          </a:solidFill>
                          <a:prstDash val="solid"/>
                          <a:round/>
                          <a:headEnd type="none" w="med" len="med"/>
                          <a:tailEnd type="none" w="med" len="med"/>
                        </a:lnL>
                      </a:tcPr>
                    </a:tc>
                    <a:tc>
                      <a:txBody>
                        <a:bodyPr/>
                        <a:lstStyle/>
                        <a:p>
                          <a:pPr algn="ctr" rtl="0" fontAlgn="base"/>
                          <a:r>
                            <a:rPr lang="en-US" sz="2000" b="0" i="0" u="none" cap="none" spc="0" err="1">
                              <a:solidFill>
                                <a:schemeClr val="accent6"/>
                              </a:solidFill>
                              <a:effectLst/>
                              <a:latin typeface="Calibri" panose="020F0502020204030204" pitchFamily="34" charset="0"/>
                              <a:cs typeface="Calibri" panose="020F0502020204030204" pitchFamily="34" charset="0"/>
                            </a:rPr>
                            <a:t>mtry</a:t>
                          </a:r>
                          <a:r>
                            <a:rPr lang="en-US" sz="2000" b="0" i="0" u="none" cap="none" spc="0">
                              <a:solidFill>
                                <a:schemeClr val="accent6"/>
                              </a:solidFill>
                              <a:effectLst/>
                              <a:latin typeface="Calibri" panose="020F0502020204030204" pitchFamily="34" charset="0"/>
                              <a:cs typeface="Calibri" panose="020F0502020204030204" pitchFamily="34" charset="0"/>
                            </a:rPr>
                            <a:t>=78  </a:t>
                          </a:r>
                        </a:p>
                      </a:txBody>
                      <a:tcPr marL="48722" marR="14753" marT="37478" marB="37478" anchor="ctr"/>
                    </a:tc>
                    <a:extLst>
                      <a:ext uri="{0D108BD9-81ED-4DB2-BD59-A6C34878D82A}">
                        <a16:rowId xmlns:a16="http://schemas.microsoft.com/office/drawing/2014/main" val="3202652754"/>
                      </a:ext>
                    </a:extLst>
                  </a:tr>
                  <a:tr h="684556">
                    <a:tc>
                      <a:txBody>
                        <a:bodyPr/>
                        <a:lstStyle/>
                        <a:p>
                          <a:pPr algn="l" rtl="0" fontAlgn="base"/>
                          <a:r>
                            <a:rPr lang="en-US" sz="2000" b="0" i="0" u="none" cap="none" spc="0">
                              <a:solidFill>
                                <a:schemeClr val="tx1"/>
                              </a:solidFill>
                              <a:effectLst/>
                              <a:latin typeface="Calibri" panose="020F0502020204030204" pitchFamily="34" charset="0"/>
                              <a:cs typeface="Calibri" panose="020F0502020204030204" pitchFamily="34" charset="0"/>
                            </a:rPr>
                            <a:t>Mixed effect SVM  </a:t>
                          </a:r>
                        </a:p>
                      </a:txBody>
                      <a:tcPr marL="48722" marR="14753" marT="37478" marB="37478">
                        <a:lnB w="12700" cap="flat" cmpd="sng" algn="ctr">
                          <a:noFill/>
                          <a:prstDash val="solid"/>
                          <a:round/>
                          <a:headEnd type="none" w="med" len="med"/>
                          <a:tailEnd type="none" w="med" len="med"/>
                        </a:lnB>
                      </a:tcPr>
                    </a:tc>
                    <a:tc>
                      <a:txBody>
                        <a:bodyPr/>
                        <a:lstStyle/>
                        <a:p>
                          <a:pPr algn="ctr" rtl="0" fontAlgn="base"/>
                          <a:r>
                            <a:rPr lang="en-US" sz="2000" b="0" i="0" u="none" cap="none" spc="0">
                              <a:solidFill>
                                <a:schemeClr val="tx1"/>
                              </a:solidFill>
                              <a:effectLst/>
                              <a:latin typeface="Calibri" panose="020F0502020204030204" pitchFamily="34" charset="0"/>
                              <a:cs typeface="Calibri" panose="020F0502020204030204" pitchFamily="34" charset="0"/>
                            </a:rPr>
                            <a:t>0.8971 </a:t>
                          </a:r>
                        </a:p>
                      </a:txBody>
                      <a:tcPr marL="48722" marR="14753" marT="37478" marB="37478" anchor="ctr">
                        <a:lnB w="12700" cap="flat" cmpd="sng" algn="ctr">
                          <a:noFill/>
                          <a:prstDash val="solid"/>
                          <a:round/>
                          <a:headEnd type="none" w="med" len="med"/>
                          <a:tailEnd type="none" w="med" len="med"/>
                        </a:lnB>
                      </a:tcPr>
                    </a:tc>
                    <a:tc gridSpan="2">
                      <a:txBody>
                        <a:bodyPr/>
                        <a:lstStyle/>
                        <a:p>
                          <a:pPr algn="ctr" rtl="0" fontAlgn="base"/>
                          <a:r>
                            <a:rPr lang="en-US" sz="2000" b="0" i="0" u="none" cap="none" spc="0">
                              <a:solidFill>
                                <a:schemeClr val="tx1"/>
                              </a:solidFill>
                              <a:effectLst/>
                              <a:latin typeface="Calibri" panose="020F0502020204030204" pitchFamily="34" charset="0"/>
                              <a:cs typeface="Calibri" panose="020F0502020204030204" pitchFamily="34" charset="0"/>
                            </a:rPr>
                            <a:t>0.7150 </a:t>
                          </a:r>
                        </a:p>
                      </a:txBody>
                      <a:tcPr marL="48722" marR="14753" marT="37478" marB="37478" anchor="ctr">
                        <a:lnB w="12700" cap="flat" cmpd="sng" algn="ctr">
                          <a:noFill/>
                          <a:prstDash val="solid"/>
                          <a:round/>
                          <a:headEnd type="none" w="med" len="med"/>
                          <a:tailEnd type="none" w="med" len="med"/>
                        </a:lnB>
                      </a:tcPr>
                    </a:tc>
                    <a:tc hMerge="1">
                      <a:txBody>
                        <a:bodyPr/>
                        <a:lstStyle/>
                        <a:p>
                          <a:pPr algn="ctr" rtl="0" fontAlgn="base"/>
                          <a:endParaRPr lang="en-US" sz="1800" b="0" i="0" cap="none" spc="0">
                            <a:solidFill>
                              <a:schemeClr val="tx1"/>
                            </a:solidFill>
                            <a:effectLst/>
                          </a:endParaRPr>
                        </a:p>
                      </a:txBody>
                      <a:tcPr marL="63241" marR="19149" marT="48647" marB="48647">
                        <a:lnL w="12700" cap="flat" cmpd="sng" algn="ctr">
                          <a:solidFill>
                            <a:schemeClr val="bg2">
                              <a:lumMod val="90000"/>
                            </a:schemeClr>
                          </a:solidFill>
                          <a:prstDash val="solid"/>
                          <a:round/>
                          <a:headEnd type="none" w="med" len="med"/>
                          <a:tailEnd type="none" w="med" len="med"/>
                        </a:lnL>
                      </a:tcPr>
                    </a:tc>
                    <a:tc>
                      <a:txBody>
                        <a:bodyPr/>
                        <a:lstStyle/>
                        <a:p>
                          <a:endParaRPr lang="en-US"/>
                        </a:p>
                      </a:txBody>
                      <a:tcPr marL="48722" marR="14753" marT="37478" marB="37478" anchor="ctr">
                        <a:lnB w="12700" cap="flat" cmpd="sng" algn="ctr">
                          <a:solidFill>
                            <a:schemeClr val="bg2">
                              <a:lumMod val="90000"/>
                            </a:schemeClr>
                          </a:solidFill>
                          <a:prstDash val="solid"/>
                          <a:round/>
                          <a:headEnd type="none" w="med" len="med"/>
                          <a:tailEnd type="none" w="med" len="med"/>
                        </a:lnB>
                        <a:blipFill>
                          <a:blip r:embed="rId3"/>
                          <a:stretch>
                            <a:fillRect l="-288791" t="-864286" r="-295" b="-16964"/>
                          </a:stretch>
                        </a:blipFill>
                      </a:tcPr>
                    </a:tc>
                    <a:extLst>
                      <a:ext uri="{0D108BD9-81ED-4DB2-BD59-A6C34878D82A}">
                        <a16:rowId xmlns:a16="http://schemas.microsoft.com/office/drawing/2014/main" val="1448506978"/>
                      </a:ext>
                    </a:extLst>
                  </a:tr>
                </a:tbl>
              </a:graphicData>
            </a:graphic>
          </p:graphicFrame>
        </mc:Fallback>
      </mc:AlternateContent>
    </p:spTree>
    <p:extLst>
      <p:ext uri="{BB962C8B-B14F-4D97-AF65-F5344CB8AC3E}">
        <p14:creationId xmlns:p14="http://schemas.microsoft.com/office/powerpoint/2010/main" val="27132476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D4C0BBB-0042-4603-A226-6117F3FD5B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C44F520-2598-460E-9F91-B02F60830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1DBC8414-BE7E-4B6C-A114-B2C3795C88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EC398C5-5C2E-4038-9DB3-DE2B5A9BEF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09318" y="1410082"/>
            <a:ext cx="6858000" cy="4037835"/>
          </a:xfrm>
          <a:prstGeom prst="rect">
            <a:avLst/>
          </a:prstGeom>
          <a:gradFill>
            <a:gsLst>
              <a:gs pos="8000">
                <a:schemeClr val="accent6"/>
              </a:gs>
              <a:gs pos="100000">
                <a:schemeClr val="accent5">
                  <a:alpha val="89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2F10B26-073B-4B10-8AAA-161242DD82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53806" y="1153804"/>
            <a:ext cx="6346209" cy="4038601"/>
          </a:xfrm>
          <a:prstGeom prst="rect">
            <a:avLst/>
          </a:prstGeom>
          <a:gradFill>
            <a:gsLst>
              <a:gs pos="0">
                <a:schemeClr val="accent5">
                  <a:lumMod val="60000"/>
                  <a:lumOff val="40000"/>
                  <a:alpha val="0"/>
                </a:schemeClr>
              </a:gs>
              <a:gs pos="99000">
                <a:schemeClr val="accent2">
                  <a:alpha val="92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610DBBC7-698F-4A54-B1CB-A99F9CC356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59574" y="3578975"/>
            <a:ext cx="2502407" cy="4055644"/>
          </a:xfrm>
          <a:prstGeom prst="rect">
            <a:avLst/>
          </a:prstGeom>
          <a:gradFill>
            <a:gsLst>
              <a:gs pos="2000">
                <a:schemeClr val="accent5">
                  <a:alpha val="28000"/>
                </a:schemeClr>
              </a:gs>
              <a:gs pos="100000">
                <a:schemeClr val="accent4">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DE6E822A-8BCF-432C-83E6-BBE821476C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13000">
                <a:schemeClr val="accent4">
                  <a:lumMod val="20000"/>
                  <a:lumOff val="80000"/>
                  <a:alpha val="2000"/>
                </a:schemeClr>
              </a:gs>
              <a:gs pos="100000">
                <a:schemeClr val="accent6">
                  <a:alpha val="29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CFA5E7D-3A5F-C630-8C64-3005ED6D69D5}"/>
              </a:ext>
            </a:extLst>
          </p:cNvPr>
          <p:cNvSpPr>
            <a:spLocks noGrp="1"/>
          </p:cNvSpPr>
          <p:nvPr>
            <p:ph type="title"/>
          </p:nvPr>
        </p:nvSpPr>
        <p:spPr>
          <a:xfrm>
            <a:off x="474243" y="681317"/>
            <a:ext cx="3236613" cy="3406187"/>
          </a:xfrm>
        </p:spPr>
        <p:txBody>
          <a:bodyPr vert="horz" lIns="0" tIns="0" rIns="0" bIns="0" rtlCol="0" anchor="b">
            <a:normAutofit/>
          </a:bodyPr>
          <a:lstStyle/>
          <a:p>
            <a:r>
              <a:rPr lang="en-US" sz="4400" spc="750">
                <a:solidFill>
                  <a:schemeClr val="bg1"/>
                </a:solidFill>
                <a:effectLst/>
                <a:latin typeface="Calibri" panose="020F0502020204030204" pitchFamily="34" charset="0"/>
                <a:cs typeface="Calibri" panose="020F0502020204030204" pitchFamily="34" charset="0"/>
              </a:rPr>
              <a:t>Results – Test Set  </a:t>
            </a:r>
            <a:endParaRPr lang="en-US" sz="4400" spc="750">
              <a:solidFill>
                <a:schemeClr val="bg1"/>
              </a:solidFill>
              <a:latin typeface="Calibri" panose="020F0502020204030204" pitchFamily="34" charset="0"/>
              <a:cs typeface="Calibri" panose="020F0502020204030204" pitchFamily="34" charset="0"/>
            </a:endParaRPr>
          </a:p>
        </p:txBody>
      </p:sp>
      <p:graphicFrame>
        <p:nvGraphicFramePr>
          <p:cNvPr id="4" name="Table 4">
            <a:extLst>
              <a:ext uri="{FF2B5EF4-FFF2-40B4-BE49-F238E27FC236}">
                <a16:creationId xmlns:a16="http://schemas.microsoft.com/office/drawing/2014/main" id="{5C16A24A-ECBA-24E3-202E-8B9830750828}"/>
              </a:ext>
            </a:extLst>
          </p:cNvPr>
          <p:cNvGraphicFramePr>
            <a:graphicFrameLocks noGrp="1"/>
          </p:cNvGraphicFramePr>
          <p:nvPr>
            <p:ph idx="1"/>
            <p:extLst>
              <p:ext uri="{D42A27DB-BD31-4B8C-83A1-F6EECF244321}">
                <p14:modId xmlns:p14="http://schemas.microsoft.com/office/powerpoint/2010/main" val="3085685112"/>
              </p:ext>
            </p:extLst>
          </p:nvPr>
        </p:nvGraphicFramePr>
        <p:xfrm>
          <a:off x="4503618" y="619007"/>
          <a:ext cx="7214139" cy="5619984"/>
        </p:xfrm>
        <a:graphic>
          <a:graphicData uri="http://schemas.openxmlformats.org/drawingml/2006/table">
            <a:tbl>
              <a:tblPr firstRow="1" bandRow="1">
                <a:tableStyleId>{7DF18680-E054-41AD-8BC1-D1AEF772440D}</a:tableStyleId>
              </a:tblPr>
              <a:tblGrid>
                <a:gridCol w="3511128">
                  <a:extLst>
                    <a:ext uri="{9D8B030D-6E8A-4147-A177-3AD203B41FA5}">
                      <a16:colId xmlns:a16="http://schemas.microsoft.com/office/drawing/2014/main" val="3637491721"/>
                    </a:ext>
                  </a:extLst>
                </a:gridCol>
                <a:gridCol w="1677419">
                  <a:extLst>
                    <a:ext uri="{9D8B030D-6E8A-4147-A177-3AD203B41FA5}">
                      <a16:colId xmlns:a16="http://schemas.microsoft.com/office/drawing/2014/main" val="2468697405"/>
                    </a:ext>
                  </a:extLst>
                </a:gridCol>
                <a:gridCol w="2025592">
                  <a:extLst>
                    <a:ext uri="{9D8B030D-6E8A-4147-A177-3AD203B41FA5}">
                      <a16:colId xmlns:a16="http://schemas.microsoft.com/office/drawing/2014/main" val="3051143930"/>
                    </a:ext>
                  </a:extLst>
                </a:gridCol>
              </a:tblGrid>
              <a:tr h="735341">
                <a:tc gridSpan="3">
                  <a:txBody>
                    <a:bodyPr/>
                    <a:lstStyle/>
                    <a:p>
                      <a:r>
                        <a:rPr lang="en-US" sz="3300"/>
                        <a:t>Radial SVM Predictions for the Classification of Parkinson’s Disease on Test Set (n= 76)</a:t>
                      </a:r>
                    </a:p>
                  </a:txBody>
                  <a:tcPr marL="167123" marR="167123" marT="83561" marB="83561"/>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275999272"/>
                  </a:ext>
                </a:extLst>
              </a:tr>
              <a:tr h="735341">
                <a:tc>
                  <a:txBody>
                    <a:bodyPr/>
                    <a:lstStyle/>
                    <a:p>
                      <a:endParaRPr lang="en-US" sz="3300"/>
                    </a:p>
                  </a:txBody>
                  <a:tcPr marL="167123" marR="167123" marT="83561" marB="83561"/>
                </a:tc>
                <a:tc>
                  <a:txBody>
                    <a:bodyPr/>
                    <a:lstStyle/>
                    <a:p>
                      <a:pPr algn="ctr"/>
                      <a:r>
                        <a:rPr lang="en-US" sz="3300" b="1"/>
                        <a:t>n</a:t>
                      </a:r>
                    </a:p>
                  </a:txBody>
                  <a:tcPr marL="167123" marR="167123" marT="83561" marB="83561" anchor="ctr"/>
                </a:tc>
                <a:tc>
                  <a:txBody>
                    <a:bodyPr/>
                    <a:lstStyle/>
                    <a:p>
                      <a:pPr algn="ctr"/>
                      <a:r>
                        <a:rPr lang="en-US" sz="3300" b="1"/>
                        <a:t>(%)</a:t>
                      </a:r>
                    </a:p>
                  </a:txBody>
                  <a:tcPr marL="167123" marR="167123" marT="83561" marB="83561" anchor="ctr"/>
                </a:tc>
                <a:extLst>
                  <a:ext uri="{0D108BD9-81ED-4DB2-BD59-A6C34878D82A}">
                    <a16:rowId xmlns:a16="http://schemas.microsoft.com/office/drawing/2014/main" val="3372634255"/>
                  </a:ext>
                </a:extLst>
              </a:tr>
              <a:tr h="1236710">
                <a:tc>
                  <a:txBody>
                    <a:bodyPr/>
                    <a:lstStyle/>
                    <a:p>
                      <a:r>
                        <a:rPr lang="en-US" sz="3300" b="1">
                          <a:solidFill>
                            <a:schemeClr val="accent6"/>
                          </a:solidFill>
                        </a:rPr>
                        <a:t>Parkinson’s Disease</a:t>
                      </a:r>
                    </a:p>
                  </a:txBody>
                  <a:tcPr marL="167123" marR="167123" marT="83561" marB="83561"/>
                </a:tc>
                <a:tc>
                  <a:txBody>
                    <a:bodyPr/>
                    <a:lstStyle/>
                    <a:p>
                      <a:pPr algn="ctr"/>
                      <a:r>
                        <a:rPr lang="en-US" sz="3300" b="1">
                          <a:solidFill>
                            <a:schemeClr val="accent6"/>
                          </a:solidFill>
                        </a:rPr>
                        <a:t>50</a:t>
                      </a:r>
                    </a:p>
                  </a:txBody>
                  <a:tcPr marL="167123" marR="167123" marT="83561" marB="83561" anchor="ctr"/>
                </a:tc>
                <a:tc>
                  <a:txBody>
                    <a:bodyPr/>
                    <a:lstStyle/>
                    <a:p>
                      <a:pPr algn="ctr"/>
                      <a:r>
                        <a:rPr lang="en-US" sz="3300" b="1">
                          <a:solidFill>
                            <a:schemeClr val="accent6"/>
                          </a:solidFill>
                        </a:rPr>
                        <a:t>65.8</a:t>
                      </a:r>
                    </a:p>
                  </a:txBody>
                  <a:tcPr marL="167123" marR="167123" marT="83561" marB="83561" anchor="ctr"/>
                </a:tc>
                <a:extLst>
                  <a:ext uri="{0D108BD9-81ED-4DB2-BD59-A6C34878D82A}">
                    <a16:rowId xmlns:a16="http://schemas.microsoft.com/office/drawing/2014/main" val="1215376410"/>
                  </a:ext>
                </a:extLst>
              </a:tr>
              <a:tr h="1236710">
                <a:tc>
                  <a:txBody>
                    <a:bodyPr/>
                    <a:lstStyle/>
                    <a:p>
                      <a:r>
                        <a:rPr lang="en-US" sz="3300"/>
                        <a:t>Healthy Individual</a:t>
                      </a:r>
                    </a:p>
                  </a:txBody>
                  <a:tcPr marL="167123" marR="167123" marT="83561" marB="83561"/>
                </a:tc>
                <a:tc>
                  <a:txBody>
                    <a:bodyPr/>
                    <a:lstStyle/>
                    <a:p>
                      <a:pPr algn="ctr"/>
                      <a:r>
                        <a:rPr lang="en-US" sz="3300"/>
                        <a:t>7</a:t>
                      </a:r>
                    </a:p>
                  </a:txBody>
                  <a:tcPr marL="167123" marR="167123" marT="83561" marB="83561" anchor="ctr"/>
                </a:tc>
                <a:tc>
                  <a:txBody>
                    <a:bodyPr/>
                    <a:lstStyle/>
                    <a:p>
                      <a:pPr algn="ctr"/>
                      <a:r>
                        <a:rPr lang="en-US" sz="3300"/>
                        <a:t>9.2</a:t>
                      </a:r>
                    </a:p>
                  </a:txBody>
                  <a:tcPr marL="167123" marR="167123" marT="83561" marB="83561" anchor="ctr"/>
                </a:tc>
                <a:extLst>
                  <a:ext uri="{0D108BD9-81ED-4DB2-BD59-A6C34878D82A}">
                    <a16:rowId xmlns:a16="http://schemas.microsoft.com/office/drawing/2014/main" val="1379879363"/>
                  </a:ext>
                </a:extLst>
              </a:tr>
              <a:tr h="735341">
                <a:tc>
                  <a:txBody>
                    <a:bodyPr/>
                    <a:lstStyle/>
                    <a:p>
                      <a:r>
                        <a:rPr lang="en-US" sz="3300"/>
                        <a:t>Inconclusive</a:t>
                      </a:r>
                    </a:p>
                  </a:txBody>
                  <a:tcPr marL="167123" marR="167123" marT="83561" marB="83561"/>
                </a:tc>
                <a:tc>
                  <a:txBody>
                    <a:bodyPr/>
                    <a:lstStyle/>
                    <a:p>
                      <a:pPr algn="ctr"/>
                      <a:r>
                        <a:rPr lang="en-US" sz="3300"/>
                        <a:t>19</a:t>
                      </a:r>
                    </a:p>
                  </a:txBody>
                  <a:tcPr marL="167123" marR="167123" marT="83561" marB="83561" anchor="ctr"/>
                </a:tc>
                <a:tc>
                  <a:txBody>
                    <a:bodyPr/>
                    <a:lstStyle/>
                    <a:p>
                      <a:pPr algn="ctr"/>
                      <a:r>
                        <a:rPr lang="en-US" sz="3300"/>
                        <a:t>25.0</a:t>
                      </a:r>
                    </a:p>
                  </a:txBody>
                  <a:tcPr marL="167123" marR="167123" marT="83561" marB="83561" anchor="ctr"/>
                </a:tc>
                <a:extLst>
                  <a:ext uri="{0D108BD9-81ED-4DB2-BD59-A6C34878D82A}">
                    <a16:rowId xmlns:a16="http://schemas.microsoft.com/office/drawing/2014/main" val="3838124673"/>
                  </a:ext>
                </a:extLst>
              </a:tr>
            </a:tbl>
          </a:graphicData>
        </a:graphic>
      </p:graphicFrame>
    </p:spTree>
    <p:extLst>
      <p:ext uri="{BB962C8B-B14F-4D97-AF65-F5344CB8AC3E}">
        <p14:creationId xmlns:p14="http://schemas.microsoft.com/office/powerpoint/2010/main" val="3699168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45C5CC17-FF17-43CF-B073-D9051465D5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EBE2DDC-0D14-44E6-A1AB-2EEC095074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09318" y="1410082"/>
            <a:ext cx="6858000" cy="4037835"/>
          </a:xfrm>
          <a:prstGeom prst="rect">
            <a:avLst/>
          </a:prstGeom>
          <a:gradFill>
            <a:gsLst>
              <a:gs pos="8000">
                <a:schemeClr val="accent6"/>
              </a:gs>
              <a:gs pos="100000">
                <a:schemeClr val="accent5">
                  <a:alpha val="72000"/>
                </a:scheme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8543D98-0AA2-43B4-B508-DC1DB7F3DC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2414" y="1406060"/>
            <a:ext cx="6857572" cy="4045450"/>
          </a:xfrm>
          <a:prstGeom prst="rect">
            <a:avLst/>
          </a:prstGeom>
          <a:gradFill>
            <a:gsLst>
              <a:gs pos="0">
                <a:schemeClr val="accent4">
                  <a:alpha val="0"/>
                </a:schemeClr>
              </a:gs>
              <a:gs pos="96000">
                <a:schemeClr val="accent2"/>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9723C1D-9A1A-465B-8164-483BF54266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98889" y="3617790"/>
            <a:ext cx="2453337" cy="4027079"/>
          </a:xfrm>
          <a:prstGeom prst="rect">
            <a:avLst/>
          </a:prstGeom>
          <a:gradFill>
            <a:gsLst>
              <a:gs pos="2000">
                <a:schemeClr val="accent5">
                  <a:alpha val="35000"/>
                </a:schemeClr>
              </a:gs>
              <a:gs pos="67000">
                <a:schemeClr val="accent4">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A6680484-5F73-4078-85C2-415205B1A4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30441" y="1644149"/>
            <a:ext cx="4384532" cy="4196758"/>
          </a:xfrm>
          <a:custGeom>
            <a:avLst/>
            <a:gdLst>
              <a:gd name="connsiteX0" fmla="*/ 44539 w 4384532"/>
              <a:gd name="connsiteY0" fmla="*/ 2446310 h 4196758"/>
              <a:gd name="connsiteX1" fmla="*/ 0 w 4384532"/>
              <a:gd name="connsiteY1" fmla="*/ 2004492 h 4196758"/>
              <a:gd name="connsiteX2" fmla="*/ 500607 w 4384532"/>
              <a:gd name="connsiteY2" fmla="*/ 610007 h 4196758"/>
              <a:gd name="connsiteX3" fmla="*/ 589546 w 4384532"/>
              <a:gd name="connsiteY3" fmla="*/ 512149 h 4196758"/>
              <a:gd name="connsiteX4" fmla="*/ 3077760 w 4384532"/>
              <a:gd name="connsiteY4" fmla="*/ 0 h 4196758"/>
              <a:gd name="connsiteX5" fmla="*/ 3237230 w 4384532"/>
              <a:gd name="connsiteY5" fmla="*/ 76821 h 4196758"/>
              <a:gd name="connsiteX6" fmla="*/ 4384532 w 4384532"/>
              <a:gd name="connsiteY6" fmla="*/ 2004492 h 4196758"/>
              <a:gd name="connsiteX7" fmla="*/ 2192266 w 4384532"/>
              <a:gd name="connsiteY7" fmla="*/ 4196758 h 4196758"/>
              <a:gd name="connsiteX8" fmla="*/ 44539 w 4384532"/>
              <a:gd name="connsiteY8" fmla="*/ 2446310 h 4196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84532" h="4196758">
                <a:moveTo>
                  <a:pt x="44539" y="2446310"/>
                </a:moveTo>
                <a:cubicBezTo>
                  <a:pt x="15336" y="2303599"/>
                  <a:pt x="0" y="2155836"/>
                  <a:pt x="0" y="2004492"/>
                </a:cubicBezTo>
                <a:cubicBezTo>
                  <a:pt x="0" y="1474787"/>
                  <a:pt x="187867" y="988960"/>
                  <a:pt x="500607" y="610007"/>
                </a:cubicBezTo>
                <a:lnTo>
                  <a:pt x="589546" y="512149"/>
                </a:lnTo>
                <a:lnTo>
                  <a:pt x="3077760" y="0"/>
                </a:lnTo>
                <a:lnTo>
                  <a:pt x="3237230" y="76821"/>
                </a:lnTo>
                <a:cubicBezTo>
                  <a:pt x="3920615" y="448057"/>
                  <a:pt x="4384532" y="1172098"/>
                  <a:pt x="4384532" y="2004492"/>
                </a:cubicBezTo>
                <a:cubicBezTo>
                  <a:pt x="4384532" y="3215247"/>
                  <a:pt x="3403021" y="4196758"/>
                  <a:pt x="2192266" y="4196758"/>
                </a:cubicBezTo>
                <a:cubicBezTo>
                  <a:pt x="1132855" y="4196758"/>
                  <a:pt x="248960" y="3445288"/>
                  <a:pt x="44539" y="2446310"/>
                </a:cubicBezTo>
                <a:close/>
              </a:path>
            </a:pathLst>
          </a:custGeom>
          <a:gradFill>
            <a:gsLst>
              <a:gs pos="39000">
                <a:schemeClr val="accent4">
                  <a:lumMod val="20000"/>
                  <a:lumOff val="80000"/>
                  <a:alpha val="0"/>
                </a:schemeClr>
              </a:gs>
              <a:gs pos="100000">
                <a:schemeClr val="accent6">
                  <a:alpha val="29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AC9CF20-BFF6-57AE-BB8D-5EDFDBB20E32}"/>
              </a:ext>
            </a:extLst>
          </p:cNvPr>
          <p:cNvSpPr>
            <a:spLocks noGrp="1"/>
          </p:cNvSpPr>
          <p:nvPr>
            <p:ph type="title"/>
          </p:nvPr>
        </p:nvSpPr>
        <p:spPr>
          <a:xfrm>
            <a:off x="120470" y="1028701"/>
            <a:ext cx="3914982" cy="3020785"/>
          </a:xfrm>
        </p:spPr>
        <p:txBody>
          <a:bodyPr>
            <a:normAutofit/>
          </a:bodyPr>
          <a:lstStyle/>
          <a:p>
            <a:pPr algn="r"/>
            <a:r>
              <a:rPr lang="en-US" sz="4400">
                <a:solidFill>
                  <a:schemeClr val="bg1"/>
                </a:solidFill>
                <a:latin typeface="Calibri"/>
                <a:cs typeface="Calibri"/>
              </a:rPr>
              <a:t>Discussion</a:t>
            </a:r>
          </a:p>
        </p:txBody>
      </p:sp>
      <p:sp>
        <p:nvSpPr>
          <p:cNvPr id="3" name="Content Placeholder 2">
            <a:extLst>
              <a:ext uri="{FF2B5EF4-FFF2-40B4-BE49-F238E27FC236}">
                <a16:creationId xmlns:a16="http://schemas.microsoft.com/office/drawing/2014/main" id="{1A759A02-C53A-3F3A-8282-21A195373C89}"/>
              </a:ext>
            </a:extLst>
          </p:cNvPr>
          <p:cNvSpPr>
            <a:spLocks noGrp="1"/>
          </p:cNvSpPr>
          <p:nvPr>
            <p:ph idx="1"/>
          </p:nvPr>
        </p:nvSpPr>
        <p:spPr>
          <a:xfrm>
            <a:off x="4777409" y="1028702"/>
            <a:ext cx="6273972" cy="4843462"/>
          </a:xfrm>
        </p:spPr>
        <p:txBody>
          <a:bodyPr vert="horz" lIns="0" tIns="0" rIns="0" bIns="0" rtlCol="0" anchor="t">
            <a:normAutofit fontScale="92500"/>
          </a:bodyPr>
          <a:lstStyle/>
          <a:p>
            <a:pPr>
              <a:lnSpc>
                <a:spcPct val="110000"/>
              </a:lnSpc>
              <a:buClr>
                <a:srgbClr val="000000"/>
              </a:buClr>
            </a:pPr>
            <a:r>
              <a:rPr lang="en-US" sz="2400">
                <a:effectLst/>
                <a:latin typeface="Arial"/>
                <a:cs typeface="Arial"/>
              </a:rPr>
              <a:t>We found the</a:t>
            </a:r>
            <a:r>
              <a:rPr lang="en-US" sz="2400">
                <a:latin typeface="Arial"/>
                <a:cs typeface="Arial"/>
              </a:rPr>
              <a:t> </a:t>
            </a:r>
            <a:r>
              <a:rPr lang="en-US" sz="2400">
                <a:solidFill>
                  <a:schemeClr val="accent6"/>
                </a:solidFill>
                <a:effectLst/>
                <a:latin typeface="Arial"/>
                <a:cs typeface="Arial"/>
              </a:rPr>
              <a:t>radial SVM to be the best machine learning method for classifying</a:t>
            </a:r>
            <a:r>
              <a:rPr lang="en-US" sz="2400">
                <a:solidFill>
                  <a:schemeClr val="accent6"/>
                </a:solidFill>
                <a:latin typeface="Arial"/>
                <a:cs typeface="Arial"/>
              </a:rPr>
              <a:t> </a:t>
            </a:r>
            <a:r>
              <a:rPr lang="en-US" sz="2400">
                <a:solidFill>
                  <a:schemeClr val="accent6"/>
                </a:solidFill>
                <a:effectLst/>
                <a:latin typeface="Arial"/>
                <a:cs typeface="Arial"/>
              </a:rPr>
              <a:t>patients with PD and healthy individuals</a:t>
            </a:r>
            <a:r>
              <a:rPr lang="en-US" sz="2400">
                <a:latin typeface="Arial"/>
                <a:cs typeface="Arial"/>
              </a:rPr>
              <a:t> </a:t>
            </a:r>
            <a:r>
              <a:rPr lang="en-US" sz="2400">
                <a:effectLst/>
                <a:latin typeface="Arial"/>
                <a:cs typeface="Arial"/>
              </a:rPr>
              <a:t>based on voice signals</a:t>
            </a:r>
          </a:p>
          <a:p>
            <a:pPr>
              <a:lnSpc>
                <a:spcPct val="110000"/>
              </a:lnSpc>
            </a:pPr>
            <a:endParaRPr lang="en-US" sz="2400">
              <a:effectLst/>
              <a:latin typeface="Arial"/>
              <a:cs typeface="Arial"/>
            </a:endParaRPr>
          </a:p>
          <a:p>
            <a:pPr>
              <a:lnSpc>
                <a:spcPct val="110000"/>
              </a:lnSpc>
            </a:pPr>
            <a:r>
              <a:rPr lang="en-US" sz="2400">
                <a:latin typeface="Arial"/>
                <a:cs typeface="Arial"/>
              </a:rPr>
              <a:t>We </a:t>
            </a:r>
            <a:r>
              <a:rPr lang="en-US" sz="2400">
                <a:solidFill>
                  <a:schemeClr val="accent6"/>
                </a:solidFill>
                <a:latin typeface="Arial"/>
                <a:cs typeface="Arial"/>
              </a:rPr>
              <a:t>did not use</a:t>
            </a:r>
          </a:p>
          <a:p>
            <a:pPr lvl="1">
              <a:lnSpc>
                <a:spcPct val="110000"/>
              </a:lnSpc>
            </a:pPr>
            <a:r>
              <a:rPr lang="en-US" sz="2400">
                <a:solidFill>
                  <a:schemeClr val="accent6"/>
                </a:solidFill>
                <a:latin typeface="Arial"/>
                <a:cs typeface="Arial"/>
              </a:rPr>
              <a:t>LDA</a:t>
            </a:r>
            <a:r>
              <a:rPr lang="en-US" sz="2400">
                <a:latin typeface="Arial"/>
                <a:cs typeface="Arial"/>
              </a:rPr>
              <a:t>: performs poorly in high-dimensional and imbalanced data</a:t>
            </a:r>
          </a:p>
          <a:p>
            <a:pPr lvl="1">
              <a:lnSpc>
                <a:spcPct val="110000"/>
              </a:lnSpc>
            </a:pPr>
            <a:r>
              <a:rPr lang="en-US" sz="2400">
                <a:solidFill>
                  <a:schemeClr val="accent6"/>
                </a:solidFill>
                <a:latin typeface="Arial"/>
                <a:cs typeface="Arial"/>
              </a:rPr>
              <a:t>Polynomial SVM</a:t>
            </a:r>
            <a:r>
              <a:rPr lang="en-US" sz="2400">
                <a:latin typeface="Arial"/>
                <a:cs typeface="Arial"/>
              </a:rPr>
              <a:t>: </a:t>
            </a:r>
            <a:r>
              <a:rPr lang="en-US" sz="2400">
                <a:effectLst/>
                <a:latin typeface="Arial"/>
                <a:cs typeface="Arial"/>
              </a:rPr>
              <a:t>performs better when the data are linearly separable,</a:t>
            </a:r>
            <a:r>
              <a:rPr lang="en-US" sz="2400">
                <a:latin typeface="Arial"/>
                <a:cs typeface="Arial"/>
              </a:rPr>
              <a:t> </a:t>
            </a:r>
            <a:r>
              <a:rPr lang="en-US" sz="2400">
                <a:effectLst/>
                <a:latin typeface="Arial"/>
                <a:cs typeface="Arial"/>
              </a:rPr>
              <a:t>evidence of nonlinearity from non-parametric performing better tha</a:t>
            </a:r>
            <a:r>
              <a:rPr lang="en-US" sz="2400">
                <a:latin typeface="Arial"/>
                <a:cs typeface="Arial"/>
              </a:rPr>
              <a:t>n parametric models</a:t>
            </a:r>
          </a:p>
          <a:p>
            <a:pPr>
              <a:buClr>
                <a:srgbClr val="000000"/>
              </a:buClr>
            </a:pPr>
            <a:endParaRPr lang="en-US" sz="1800">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991020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383CC5D-71E8-4CB2-8E4A-F1E4FF6DC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2DA5AC1-43C5-4243-9028-07DBB80D0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
            <a:ext cx="12192000" cy="1600201"/>
          </a:xfrm>
          <a:prstGeom prst="rect">
            <a:avLst/>
          </a:prstGeom>
          <a:gradFill>
            <a:gsLst>
              <a:gs pos="0">
                <a:schemeClr val="accent5">
                  <a:alpha val="83000"/>
                </a:schemeClr>
              </a:gs>
              <a:gs pos="100000">
                <a:schemeClr val="accent6"/>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A4EDA1C-27A1-4C83-ACE4-6675EC9245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9161" y="9109"/>
            <a:ext cx="7792839" cy="1594270"/>
          </a:xfrm>
          <a:prstGeom prst="rect">
            <a:avLst/>
          </a:prstGeom>
          <a:gradFill>
            <a:gsLst>
              <a:gs pos="22000">
                <a:schemeClr val="accent2">
                  <a:alpha val="0"/>
                </a:schemeClr>
              </a:gs>
              <a:gs pos="99000">
                <a:schemeClr val="accent2"/>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C2185E4-B584-4B9D-9440-DEA0FB9D94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9021976" y="-906246"/>
            <a:ext cx="1602951" cy="3416298"/>
          </a:xfrm>
          <a:prstGeom prst="rect">
            <a:avLst/>
          </a:prstGeom>
          <a:gradFill>
            <a:gsLst>
              <a:gs pos="45000">
                <a:schemeClr val="accent4">
                  <a:alpha val="0"/>
                </a:schemeClr>
              </a:gs>
              <a:gs pos="99000">
                <a:schemeClr val="accent6">
                  <a:alpha val="33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F33EC8A-EE0A-4395-97E2-DAD467CF73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451242" y="0"/>
            <a:ext cx="9729549" cy="1600198"/>
          </a:xfrm>
          <a:prstGeom prst="rect">
            <a:avLst/>
          </a:prstGeom>
          <a:gradFill>
            <a:gsLst>
              <a:gs pos="0">
                <a:schemeClr val="accent5">
                  <a:alpha val="30000"/>
                </a:schemeClr>
              </a:gs>
              <a:gs pos="99000">
                <a:schemeClr val="accent5">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FF85DA95-16A4-404E-9BFF-27F8E4FC78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430"/>
            <a:ext cx="7910111" cy="1600198"/>
          </a:xfrm>
          <a:prstGeom prst="rect">
            <a:avLst/>
          </a:prstGeom>
          <a:gradFill>
            <a:gsLst>
              <a:gs pos="0">
                <a:schemeClr val="accent5">
                  <a:alpha val="21000"/>
                </a:schemeClr>
              </a:gs>
              <a:gs pos="99000">
                <a:schemeClr val="accent5">
                  <a:alpha val="0"/>
                </a:scheme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28C382-0E4C-7A21-9229-4C8A0F3AA65C}"/>
              </a:ext>
            </a:extLst>
          </p:cNvPr>
          <p:cNvSpPr>
            <a:spLocks noGrp="1"/>
          </p:cNvSpPr>
          <p:nvPr>
            <p:ph type="title"/>
          </p:nvPr>
        </p:nvSpPr>
        <p:spPr>
          <a:xfrm>
            <a:off x="1157084" y="374427"/>
            <a:ext cx="10374517" cy="971512"/>
          </a:xfrm>
        </p:spPr>
        <p:txBody>
          <a:bodyPr anchor="ctr">
            <a:normAutofit/>
          </a:bodyPr>
          <a:lstStyle/>
          <a:p>
            <a:r>
              <a:rPr lang="en-US" sz="4400">
                <a:solidFill>
                  <a:schemeClr val="bg1"/>
                </a:solidFill>
                <a:latin typeface="Calibri" panose="020F0502020204030204" pitchFamily="34" charset="0"/>
                <a:cs typeface="Calibri" panose="020F0502020204030204" pitchFamily="34" charset="0"/>
              </a:rPr>
              <a:t>Discussion</a:t>
            </a:r>
          </a:p>
        </p:txBody>
      </p:sp>
      <p:graphicFrame>
        <p:nvGraphicFramePr>
          <p:cNvPr id="5" name="Content Placeholder 2">
            <a:extLst>
              <a:ext uri="{FF2B5EF4-FFF2-40B4-BE49-F238E27FC236}">
                <a16:creationId xmlns:a16="http://schemas.microsoft.com/office/drawing/2014/main" id="{1E0A5C2B-0F2C-C504-9DD1-7CAAFCE28D60}"/>
              </a:ext>
            </a:extLst>
          </p:cNvPr>
          <p:cNvGraphicFramePr>
            <a:graphicFrameLocks noGrp="1"/>
          </p:cNvGraphicFramePr>
          <p:nvPr>
            <p:ph idx="1"/>
            <p:extLst>
              <p:ext uri="{D42A27DB-BD31-4B8C-83A1-F6EECF244321}">
                <p14:modId xmlns:p14="http://schemas.microsoft.com/office/powerpoint/2010/main" val="2102630495"/>
              </p:ext>
            </p:extLst>
          </p:nvPr>
        </p:nvGraphicFramePr>
        <p:xfrm>
          <a:off x="579474" y="2062715"/>
          <a:ext cx="11033029" cy="418922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62006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383CC5D-71E8-4CB2-8E4A-F1E4FF6DC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2DA5AC1-43C5-4243-9028-07DBB80D0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
            <a:ext cx="12192000" cy="1600201"/>
          </a:xfrm>
          <a:prstGeom prst="rect">
            <a:avLst/>
          </a:prstGeom>
          <a:gradFill>
            <a:gsLst>
              <a:gs pos="0">
                <a:schemeClr val="accent5">
                  <a:alpha val="83000"/>
                </a:schemeClr>
              </a:gs>
              <a:gs pos="100000">
                <a:schemeClr val="accent6"/>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A4EDA1C-27A1-4C83-ACE4-6675EC9245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9161" y="9109"/>
            <a:ext cx="7792839" cy="1594270"/>
          </a:xfrm>
          <a:prstGeom prst="rect">
            <a:avLst/>
          </a:prstGeom>
          <a:gradFill>
            <a:gsLst>
              <a:gs pos="22000">
                <a:schemeClr val="accent2">
                  <a:alpha val="0"/>
                </a:schemeClr>
              </a:gs>
              <a:gs pos="99000">
                <a:schemeClr val="accent2"/>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C2185E4-B584-4B9D-9440-DEA0FB9D94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9021976" y="-906246"/>
            <a:ext cx="1602951" cy="3416298"/>
          </a:xfrm>
          <a:prstGeom prst="rect">
            <a:avLst/>
          </a:prstGeom>
          <a:gradFill>
            <a:gsLst>
              <a:gs pos="45000">
                <a:schemeClr val="accent4">
                  <a:alpha val="0"/>
                </a:schemeClr>
              </a:gs>
              <a:gs pos="99000">
                <a:schemeClr val="accent6">
                  <a:alpha val="33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F33EC8A-EE0A-4395-97E2-DAD467CF73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451242" y="0"/>
            <a:ext cx="9729549" cy="1600198"/>
          </a:xfrm>
          <a:prstGeom prst="rect">
            <a:avLst/>
          </a:prstGeom>
          <a:gradFill>
            <a:gsLst>
              <a:gs pos="0">
                <a:schemeClr val="accent5">
                  <a:alpha val="30000"/>
                </a:schemeClr>
              </a:gs>
              <a:gs pos="99000">
                <a:schemeClr val="accent5">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FF85DA95-16A4-404E-9BFF-27F8E4FC78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430"/>
            <a:ext cx="7910111" cy="1600198"/>
          </a:xfrm>
          <a:prstGeom prst="rect">
            <a:avLst/>
          </a:prstGeom>
          <a:gradFill>
            <a:gsLst>
              <a:gs pos="0">
                <a:schemeClr val="accent5">
                  <a:alpha val="21000"/>
                </a:schemeClr>
              </a:gs>
              <a:gs pos="99000">
                <a:schemeClr val="accent5">
                  <a:alpha val="0"/>
                </a:scheme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D7D03D-3B12-9113-5A4A-8A1937970BB3}"/>
              </a:ext>
            </a:extLst>
          </p:cNvPr>
          <p:cNvSpPr>
            <a:spLocks noGrp="1"/>
          </p:cNvSpPr>
          <p:nvPr>
            <p:ph type="title"/>
          </p:nvPr>
        </p:nvSpPr>
        <p:spPr>
          <a:xfrm>
            <a:off x="1157084" y="374427"/>
            <a:ext cx="10374517" cy="971512"/>
          </a:xfrm>
        </p:spPr>
        <p:txBody>
          <a:bodyPr anchor="ctr">
            <a:normAutofit/>
          </a:bodyPr>
          <a:lstStyle/>
          <a:p>
            <a:r>
              <a:rPr lang="en-US" sz="4400">
                <a:solidFill>
                  <a:schemeClr val="bg1"/>
                </a:solidFill>
                <a:latin typeface="Calibri" panose="020F0502020204030204" pitchFamily="34" charset="0"/>
                <a:cs typeface="Calibri" panose="020F0502020204030204" pitchFamily="34" charset="0"/>
              </a:rPr>
              <a:t>Conclusion</a:t>
            </a:r>
          </a:p>
        </p:txBody>
      </p:sp>
      <p:graphicFrame>
        <p:nvGraphicFramePr>
          <p:cNvPr id="5" name="Content Placeholder 2">
            <a:extLst>
              <a:ext uri="{FF2B5EF4-FFF2-40B4-BE49-F238E27FC236}">
                <a16:creationId xmlns:a16="http://schemas.microsoft.com/office/drawing/2014/main" id="{FD78CF38-5FA2-F688-501D-B9DD2A047E62}"/>
              </a:ext>
            </a:extLst>
          </p:cNvPr>
          <p:cNvGraphicFramePr>
            <a:graphicFrameLocks noGrp="1"/>
          </p:cNvGraphicFramePr>
          <p:nvPr>
            <p:ph idx="1"/>
            <p:extLst>
              <p:ext uri="{D42A27DB-BD31-4B8C-83A1-F6EECF244321}">
                <p14:modId xmlns:p14="http://schemas.microsoft.com/office/powerpoint/2010/main" val="2371424751"/>
              </p:ext>
            </p:extLst>
          </p:nvPr>
        </p:nvGraphicFramePr>
        <p:xfrm>
          <a:off x="579474" y="2062715"/>
          <a:ext cx="11033029" cy="418922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621685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413D6E-112E-DCD0-236A-CCEAA65A2A8B}"/>
              </a:ext>
            </a:extLst>
          </p:cNvPr>
          <p:cNvSpPr>
            <a:spLocks noGrp="1"/>
          </p:cNvSpPr>
          <p:nvPr>
            <p:ph type="title"/>
          </p:nvPr>
        </p:nvSpPr>
        <p:spPr>
          <a:xfrm>
            <a:off x="391150" y="-46459"/>
            <a:ext cx="5929422" cy="1852976"/>
          </a:xfrm>
        </p:spPr>
        <p:txBody>
          <a:bodyPr>
            <a:normAutofit/>
          </a:bodyPr>
          <a:lstStyle/>
          <a:p>
            <a:r>
              <a:rPr lang="en-US" sz="4400">
                <a:latin typeface="Calibri" panose="020F0502020204030204" pitchFamily="34" charset="0"/>
                <a:cs typeface="Calibri" panose="020F0502020204030204" pitchFamily="34" charset="0"/>
              </a:rPr>
              <a:t>Thank you</a:t>
            </a:r>
          </a:p>
        </p:txBody>
      </p:sp>
      <p:sp>
        <p:nvSpPr>
          <p:cNvPr id="3" name="Content Placeholder 2">
            <a:extLst>
              <a:ext uri="{FF2B5EF4-FFF2-40B4-BE49-F238E27FC236}">
                <a16:creationId xmlns:a16="http://schemas.microsoft.com/office/drawing/2014/main" id="{A274BF0B-0C0B-F191-90A1-332A320A9BA1}"/>
              </a:ext>
            </a:extLst>
          </p:cNvPr>
          <p:cNvSpPr>
            <a:spLocks noGrp="1"/>
          </p:cNvSpPr>
          <p:nvPr>
            <p:ph idx="1"/>
          </p:nvPr>
        </p:nvSpPr>
        <p:spPr>
          <a:xfrm>
            <a:off x="391152" y="2338785"/>
            <a:ext cx="7584627" cy="2706564"/>
          </a:xfrm>
        </p:spPr>
        <p:txBody>
          <a:bodyPr vert="horz" lIns="0" tIns="0" rIns="0" bIns="0" rtlCol="0" anchor="t">
            <a:noAutofit/>
          </a:bodyPr>
          <a:lstStyle/>
          <a:p>
            <a:pPr rtl="0" fontAlgn="base">
              <a:lnSpc>
                <a:spcPct val="110000"/>
              </a:lnSpc>
            </a:pPr>
            <a:r>
              <a:rPr lang="en-US" b="1" i="0">
                <a:effectLst/>
                <a:latin typeface="Calibri"/>
                <a:cs typeface="Calibri"/>
              </a:rPr>
              <a:t>References</a:t>
            </a:r>
            <a:r>
              <a:rPr lang="en-US" b="0" i="0">
                <a:effectLst/>
                <a:latin typeface="Calibri"/>
                <a:cs typeface="Calibri"/>
              </a:rPr>
              <a:t> </a:t>
            </a:r>
            <a:endParaRPr lang="en-US" b="0" i="0">
              <a:effectLst/>
              <a:latin typeface="Segoe UI"/>
              <a:cs typeface="Segoe UI"/>
            </a:endParaRPr>
          </a:p>
          <a:p>
            <a:pPr marL="0" indent="0" rtl="0" fontAlgn="base">
              <a:lnSpc>
                <a:spcPct val="110000"/>
              </a:lnSpc>
              <a:buNone/>
            </a:pPr>
            <a:r>
              <a:rPr lang="en-US" b="0" i="0">
                <a:effectLst/>
                <a:latin typeface="Calibri"/>
                <a:cs typeface="Calibri"/>
              </a:rPr>
              <a:t>​​1. National Institute of Neurological Disorders and Stroke. Parkinson's Disease: Challenges, Progress, and Promise. National Institute of Health Web site. </a:t>
            </a:r>
            <a:r>
              <a:rPr lang="en-US" b="0" i="0" u="sng" strike="noStrike">
                <a:effectLst/>
                <a:latin typeface="Calibri"/>
                <a:cs typeface="Calibri"/>
                <a:hlinkClick r:id="rId2"/>
              </a:rPr>
              <a:t>https://www.ninds.nih.gov/current-research/focus-disorders/focus-parkinsons-disease-research/parkinsons-disease-challenges-progress-and-promise.</a:t>
            </a:r>
            <a:r>
              <a:rPr lang="en-US" b="0" i="0">
                <a:effectLst/>
                <a:latin typeface="Calibri"/>
                <a:cs typeface="Calibri"/>
              </a:rPr>
              <a:t> Updated 2023. Accessed April 8, 2023 </a:t>
            </a:r>
            <a:endParaRPr lang="en-US" b="0" i="0">
              <a:effectLst/>
              <a:latin typeface="Segoe UI"/>
              <a:cs typeface="Segoe UI"/>
            </a:endParaRPr>
          </a:p>
          <a:p>
            <a:pPr marL="0" indent="0" rtl="0" fontAlgn="base">
              <a:lnSpc>
                <a:spcPct val="110000"/>
              </a:lnSpc>
              <a:buNone/>
            </a:pPr>
            <a:r>
              <a:rPr lang="en-US" b="0" i="0">
                <a:effectLst/>
                <a:latin typeface="Calibri"/>
                <a:cs typeface="Calibri"/>
              </a:rPr>
              <a:t>​2. Hamza TH, Chen H, Hill-Burns EM, et al. Genome-wide gene-environment study identifies glutamate receptor gene GRIN2A as a Parkinson's disease modifier gene via interaction with coffee. </a:t>
            </a:r>
            <a:r>
              <a:rPr lang="en-US" b="0" i="1" err="1">
                <a:effectLst/>
                <a:latin typeface="Calibri"/>
                <a:cs typeface="Calibri"/>
              </a:rPr>
              <a:t>PLoS</a:t>
            </a:r>
            <a:r>
              <a:rPr lang="en-US" b="0" i="1">
                <a:effectLst/>
                <a:latin typeface="Calibri"/>
                <a:cs typeface="Calibri"/>
              </a:rPr>
              <a:t> Genet. </a:t>
            </a:r>
            <a:r>
              <a:rPr lang="en-US" b="0" i="0">
                <a:effectLst/>
                <a:latin typeface="Calibri"/>
                <a:cs typeface="Calibri"/>
              </a:rPr>
              <a:t>2011;7(8):e1002237. doi:10.1371/journal.pgen.1002237 </a:t>
            </a:r>
            <a:endParaRPr lang="en-US" b="0" i="0">
              <a:effectLst/>
              <a:latin typeface="Segoe UI"/>
              <a:cs typeface="Segoe UI"/>
            </a:endParaRPr>
          </a:p>
          <a:p>
            <a:pPr rtl="0" fontAlgn="base">
              <a:lnSpc>
                <a:spcPct val="110000"/>
              </a:lnSpc>
            </a:pPr>
            <a:endParaRPr lang="en-US" b="0" i="0">
              <a:effectLst/>
              <a:latin typeface="Segoe UI" panose="020B0502040204020203" pitchFamily="34" charset="0"/>
              <a:cs typeface="Segoe UI"/>
            </a:endParaRPr>
          </a:p>
        </p:txBody>
      </p:sp>
      <p:sp>
        <p:nvSpPr>
          <p:cNvPr id="24" name="Rectangle 23">
            <a:extLst>
              <a:ext uri="{FF2B5EF4-FFF2-40B4-BE49-F238E27FC236}">
                <a16:creationId xmlns:a16="http://schemas.microsoft.com/office/drawing/2014/main" id="{61707E60-CEC9-4661-AA82-69242EB4BD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chemeClr val="accent5"/>
              </a:gs>
              <a:gs pos="100000">
                <a:schemeClr val="accent2">
                  <a:lumMod val="60000"/>
                  <a:lumOff val="40000"/>
                  <a:alpha val="59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8F035CD8-AE30-4146-96F2-036B0CE5E4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chemeClr val="accent6">
                  <a:lumMod val="75000"/>
                  <a:alpha val="61000"/>
                </a:schemeClr>
              </a:gs>
              <a:gs pos="99000">
                <a:schemeClr val="accent6">
                  <a:alpha val="87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Scan of a human brain in a neurology clinic">
            <a:extLst>
              <a:ext uri="{FF2B5EF4-FFF2-40B4-BE49-F238E27FC236}">
                <a16:creationId xmlns:a16="http://schemas.microsoft.com/office/drawing/2014/main" id="{C660B000-5015-B83A-DC18-9B944BC2C79B}"/>
              </a:ext>
            </a:extLst>
          </p:cNvPr>
          <p:cNvPicPr>
            <a:picLocks noChangeAspect="1"/>
          </p:cNvPicPr>
          <p:nvPr/>
        </p:nvPicPr>
        <p:blipFill rotWithShape="1">
          <a:blip r:embed="rId3"/>
          <a:srcRect l="51023" r="1341" b="-2"/>
          <a:stretch/>
        </p:blipFill>
        <p:spPr>
          <a:xfrm>
            <a:off x="8115300" y="-12515"/>
            <a:ext cx="4076700" cy="6418631"/>
          </a:xfrm>
          <a:prstGeom prst="rect">
            <a:avLst/>
          </a:prstGeom>
        </p:spPr>
      </p:pic>
    </p:spTree>
    <p:extLst>
      <p:ext uri="{BB962C8B-B14F-4D97-AF65-F5344CB8AC3E}">
        <p14:creationId xmlns:p14="http://schemas.microsoft.com/office/powerpoint/2010/main" val="35542778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4103" name="Rectangle 4102">
            <a:extLst>
              <a:ext uri="{FF2B5EF4-FFF2-40B4-BE49-F238E27FC236}">
                <a16:creationId xmlns:a16="http://schemas.microsoft.com/office/drawing/2014/main" id="{BD4C0BBB-0042-4603-A226-6117F3FD5B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5" name="Rectangle 4104">
            <a:extLst>
              <a:ext uri="{FF2B5EF4-FFF2-40B4-BE49-F238E27FC236}">
                <a16:creationId xmlns:a16="http://schemas.microsoft.com/office/drawing/2014/main" id="{EC44F520-2598-460E-9F91-B02F60830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107" name="Rectangle 4106">
            <a:extLst>
              <a:ext uri="{FF2B5EF4-FFF2-40B4-BE49-F238E27FC236}">
                <a16:creationId xmlns:a16="http://schemas.microsoft.com/office/drawing/2014/main" id="{1DBC8414-BE7E-4B6C-A114-B2C3795C88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9" name="Rectangle 4108">
            <a:extLst>
              <a:ext uri="{FF2B5EF4-FFF2-40B4-BE49-F238E27FC236}">
                <a16:creationId xmlns:a16="http://schemas.microsoft.com/office/drawing/2014/main" id="{0EC398C5-5C2E-4038-9DB3-DE2B5A9BEF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09318" y="1410082"/>
            <a:ext cx="6858000" cy="4037835"/>
          </a:xfrm>
          <a:prstGeom prst="rect">
            <a:avLst/>
          </a:prstGeom>
          <a:gradFill>
            <a:gsLst>
              <a:gs pos="8000">
                <a:schemeClr val="accent6"/>
              </a:gs>
              <a:gs pos="100000">
                <a:schemeClr val="accent5">
                  <a:alpha val="89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1" name="Rectangle 4110">
            <a:extLst>
              <a:ext uri="{FF2B5EF4-FFF2-40B4-BE49-F238E27FC236}">
                <a16:creationId xmlns:a16="http://schemas.microsoft.com/office/drawing/2014/main" id="{A2F10B26-073B-4B10-8AAA-161242DD82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53806" y="1153804"/>
            <a:ext cx="6346209" cy="4038601"/>
          </a:xfrm>
          <a:prstGeom prst="rect">
            <a:avLst/>
          </a:prstGeom>
          <a:gradFill>
            <a:gsLst>
              <a:gs pos="0">
                <a:schemeClr val="accent5">
                  <a:lumMod val="60000"/>
                  <a:lumOff val="40000"/>
                  <a:alpha val="0"/>
                </a:schemeClr>
              </a:gs>
              <a:gs pos="99000">
                <a:schemeClr val="accent2">
                  <a:alpha val="92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3" name="Rectangle 4112">
            <a:extLst>
              <a:ext uri="{FF2B5EF4-FFF2-40B4-BE49-F238E27FC236}">
                <a16:creationId xmlns:a16="http://schemas.microsoft.com/office/drawing/2014/main" id="{610DBBC7-698F-4A54-B1CB-A99F9CC356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59574" y="3578975"/>
            <a:ext cx="2502407" cy="4055644"/>
          </a:xfrm>
          <a:prstGeom prst="rect">
            <a:avLst/>
          </a:prstGeom>
          <a:gradFill>
            <a:gsLst>
              <a:gs pos="2000">
                <a:schemeClr val="accent5">
                  <a:alpha val="28000"/>
                </a:schemeClr>
              </a:gs>
              <a:gs pos="100000">
                <a:schemeClr val="accent4">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5" name="Freeform: Shape 4114">
            <a:extLst>
              <a:ext uri="{FF2B5EF4-FFF2-40B4-BE49-F238E27FC236}">
                <a16:creationId xmlns:a16="http://schemas.microsoft.com/office/drawing/2014/main" id="{DE6E822A-8BCF-432C-83E6-BBE821476C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13000">
                <a:schemeClr val="accent4">
                  <a:lumMod val="20000"/>
                  <a:lumOff val="80000"/>
                  <a:alpha val="2000"/>
                </a:schemeClr>
              </a:gs>
              <a:gs pos="100000">
                <a:schemeClr val="accent6">
                  <a:alpha val="29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288D59B-8132-0AB0-A354-723C5EF6D60C}"/>
              </a:ext>
            </a:extLst>
          </p:cNvPr>
          <p:cNvSpPr>
            <a:spLocks noGrp="1"/>
          </p:cNvSpPr>
          <p:nvPr>
            <p:ph type="title"/>
          </p:nvPr>
        </p:nvSpPr>
        <p:spPr>
          <a:xfrm>
            <a:off x="310695" y="615775"/>
            <a:ext cx="3727901" cy="3406187"/>
          </a:xfrm>
        </p:spPr>
        <p:txBody>
          <a:bodyPr vert="horz" lIns="0" tIns="0" rIns="0" bIns="0" rtlCol="0" anchor="b">
            <a:normAutofit/>
          </a:bodyPr>
          <a:lstStyle/>
          <a:p>
            <a:r>
              <a:rPr lang="en-US" sz="2000" spc="750">
                <a:solidFill>
                  <a:schemeClr val="bg1"/>
                </a:solidFill>
              </a:rPr>
              <a:t>Classification tree</a:t>
            </a:r>
          </a:p>
        </p:txBody>
      </p:sp>
      <p:pic>
        <p:nvPicPr>
          <p:cNvPr id="4098" name="Picture 2">
            <a:extLst>
              <a:ext uri="{FF2B5EF4-FFF2-40B4-BE49-F238E27FC236}">
                <a16:creationId xmlns:a16="http://schemas.microsoft.com/office/drawing/2014/main" id="{F0B1145C-4D77-9F9E-FD7B-269B4E521E23}"/>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9848" t="9656" r="6844" b="14789"/>
          <a:stretch/>
        </p:blipFill>
        <p:spPr bwMode="auto">
          <a:xfrm>
            <a:off x="4412061" y="70380"/>
            <a:ext cx="7406474" cy="6717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06797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5144" name="Rectangle 5143">
            <a:extLst>
              <a:ext uri="{FF2B5EF4-FFF2-40B4-BE49-F238E27FC236}">
                <a16:creationId xmlns:a16="http://schemas.microsoft.com/office/drawing/2014/main" id="{BD4C0BBB-0042-4603-A226-6117F3FD5B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46" name="Rectangle 5145">
            <a:extLst>
              <a:ext uri="{FF2B5EF4-FFF2-40B4-BE49-F238E27FC236}">
                <a16:creationId xmlns:a16="http://schemas.microsoft.com/office/drawing/2014/main" id="{EC44F520-2598-460E-9F91-B02F60830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148" name="Rectangle 5147">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50" name="Rectangle 5149">
            <a:extLst>
              <a:ext uri="{FF2B5EF4-FFF2-40B4-BE49-F238E27FC236}">
                <a16:creationId xmlns:a16="http://schemas.microsoft.com/office/drawing/2014/main" id="{0AF57B88-1D4C-41FA-A761-EC1DD10C3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11000">
                <a:schemeClr val="accent2"/>
              </a:gs>
              <a:gs pos="100000">
                <a:schemeClr val="accent6">
                  <a:lumMod val="75000"/>
                  <a:alpha val="8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52" name="Rectangle 5151">
            <a:extLst>
              <a:ext uri="{FF2B5EF4-FFF2-40B4-BE49-F238E27FC236}">
                <a16:creationId xmlns:a16="http://schemas.microsoft.com/office/drawing/2014/main" id="{D2548F45-5164-4ABB-8212-7F293FDED8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9565" y="2659404"/>
            <a:ext cx="4355594" cy="4040742"/>
          </a:xfrm>
          <a:prstGeom prst="rect">
            <a:avLst/>
          </a:prstGeom>
          <a:gradFill>
            <a:gsLst>
              <a:gs pos="0">
                <a:schemeClr val="accent5">
                  <a:alpha val="35000"/>
                </a:schemeClr>
              </a:gs>
              <a:gs pos="100000">
                <a:schemeClr val="accent6">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descr="Chart, line chart&#10;&#10;Description automatically generated">
            <a:extLst>
              <a:ext uri="{FF2B5EF4-FFF2-40B4-BE49-F238E27FC236}">
                <a16:creationId xmlns:a16="http://schemas.microsoft.com/office/drawing/2014/main" id="{30AD4332-9363-EDCF-6B66-25E2AF58AE2A}"/>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t="6519" r="-3" b="9216"/>
          <a:stretch/>
        </p:blipFill>
        <p:spPr bwMode="auto">
          <a:xfrm>
            <a:off x="4038599" y="10"/>
            <a:ext cx="8160026" cy="6875809"/>
          </a:xfrm>
          <a:prstGeom prst="rect">
            <a:avLst/>
          </a:prstGeom>
          <a:noFill/>
          <a:extLst>
            <a:ext uri="{909E8E84-426E-40DD-AFC4-6F175D3DCCD1}">
              <a14:hiddenFill xmlns:a14="http://schemas.microsoft.com/office/drawing/2010/main">
                <a:solidFill>
                  <a:srgbClr val="FFFFFF"/>
                </a:solidFill>
              </a14:hiddenFill>
            </a:ext>
          </a:extLst>
        </p:spPr>
      </p:pic>
      <p:sp>
        <p:nvSpPr>
          <p:cNvPr id="5154" name="Freeform: Shape 5153">
            <a:extLst>
              <a:ext uri="{FF2B5EF4-FFF2-40B4-BE49-F238E27FC236}">
                <a16:creationId xmlns:a16="http://schemas.microsoft.com/office/drawing/2014/main" id="{5E81CCFB-7BEF-4186-86FB-D09450B4D0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4">
                  <a:lumMod val="20000"/>
                  <a:lumOff val="80000"/>
                  <a:alpha val="0"/>
                </a:schemeClr>
              </a:gs>
              <a:gs pos="100000">
                <a:schemeClr val="accent6">
                  <a:alpha val="29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A793ECC-56DC-3DE9-E6BF-A2092DE65E1A}"/>
              </a:ext>
            </a:extLst>
          </p:cNvPr>
          <p:cNvSpPr>
            <a:spLocks noGrp="1"/>
          </p:cNvSpPr>
          <p:nvPr>
            <p:ph type="title"/>
          </p:nvPr>
        </p:nvSpPr>
        <p:spPr>
          <a:xfrm>
            <a:off x="130629" y="2950387"/>
            <a:ext cx="3410240" cy="3531403"/>
          </a:xfrm>
        </p:spPr>
        <p:txBody>
          <a:bodyPr vert="horz" lIns="0" tIns="0" rIns="0" bIns="0" rtlCol="0" anchor="t">
            <a:normAutofit/>
          </a:bodyPr>
          <a:lstStyle/>
          <a:p>
            <a:r>
              <a:rPr lang="en-US" sz="1800" spc="750">
                <a:solidFill>
                  <a:schemeClr val="bg1"/>
                </a:solidFill>
              </a:rPr>
              <a:t>Lasso regularization</a:t>
            </a:r>
          </a:p>
        </p:txBody>
      </p:sp>
    </p:spTree>
    <p:extLst>
      <p:ext uri="{BB962C8B-B14F-4D97-AF65-F5344CB8AC3E}">
        <p14:creationId xmlns:p14="http://schemas.microsoft.com/office/powerpoint/2010/main" val="9234523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6153" name="Rectangle 6152">
            <a:extLst>
              <a:ext uri="{FF2B5EF4-FFF2-40B4-BE49-F238E27FC236}">
                <a16:creationId xmlns:a16="http://schemas.microsoft.com/office/drawing/2014/main" id="{E3CBB9B1-7B7D-4BA1-A1AF-572168B395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B3E641-5CEA-D385-D941-390107D18490}"/>
              </a:ext>
            </a:extLst>
          </p:cNvPr>
          <p:cNvSpPr>
            <a:spLocks noGrp="1"/>
          </p:cNvSpPr>
          <p:nvPr>
            <p:ph type="title"/>
          </p:nvPr>
        </p:nvSpPr>
        <p:spPr>
          <a:xfrm>
            <a:off x="8643193" y="457201"/>
            <a:ext cx="3091607" cy="1727643"/>
          </a:xfrm>
        </p:spPr>
        <p:txBody>
          <a:bodyPr anchor="b">
            <a:normAutofit/>
          </a:bodyPr>
          <a:lstStyle/>
          <a:p>
            <a:r>
              <a:rPr lang="en-US" sz="2600"/>
              <a:t>Pr-auc evaluation</a:t>
            </a:r>
          </a:p>
        </p:txBody>
      </p:sp>
      <p:pic>
        <p:nvPicPr>
          <p:cNvPr id="6146" name="Picture 2" descr="Chart, line chart&#10;&#10;Description automatically generated">
            <a:extLst>
              <a:ext uri="{FF2B5EF4-FFF2-40B4-BE49-F238E27FC236}">
                <a16:creationId xmlns:a16="http://schemas.microsoft.com/office/drawing/2014/main" id="{D657A96A-7EBE-8B0D-6DCC-451E530DB6F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305" r="-1" b="11728"/>
          <a:stretch/>
        </p:blipFill>
        <p:spPr bwMode="auto">
          <a:xfrm>
            <a:off x="20" y="431"/>
            <a:ext cx="8115280" cy="6408311"/>
          </a:xfrm>
          <a:prstGeom prst="rect">
            <a:avLst/>
          </a:prstGeom>
          <a:noFill/>
          <a:extLst>
            <a:ext uri="{909E8E84-426E-40DD-AFC4-6F175D3DCCD1}">
              <a14:hiddenFill xmlns:a14="http://schemas.microsoft.com/office/drawing/2010/main">
                <a:solidFill>
                  <a:srgbClr val="FFFFFF"/>
                </a:solidFill>
              </a14:hiddenFill>
            </a:ext>
          </a:extLst>
        </p:spPr>
      </p:pic>
      <p:sp>
        <p:nvSpPr>
          <p:cNvPr id="6150" name="Content Placeholder 6149">
            <a:extLst>
              <a:ext uri="{FF2B5EF4-FFF2-40B4-BE49-F238E27FC236}">
                <a16:creationId xmlns:a16="http://schemas.microsoft.com/office/drawing/2014/main" id="{8BB4BD56-BBA1-F095-BF5E-88F06DB1A2C7}"/>
              </a:ext>
            </a:extLst>
          </p:cNvPr>
          <p:cNvSpPr>
            <a:spLocks noGrp="1"/>
          </p:cNvSpPr>
          <p:nvPr>
            <p:ph idx="1"/>
          </p:nvPr>
        </p:nvSpPr>
        <p:spPr>
          <a:xfrm>
            <a:off x="8643193" y="2530549"/>
            <a:ext cx="2942813" cy="3428124"/>
          </a:xfrm>
        </p:spPr>
        <p:txBody>
          <a:bodyPr>
            <a:normAutofit/>
          </a:bodyPr>
          <a:lstStyle/>
          <a:p>
            <a:r>
              <a:rPr lang="en-US" sz="1400"/>
              <a:t>SVM has the best performance because the curve is closer to 1 indicating a good precision-recall balance</a:t>
            </a:r>
          </a:p>
        </p:txBody>
      </p:sp>
      <p:sp>
        <p:nvSpPr>
          <p:cNvPr id="6155" name="Rectangle 6154">
            <a:extLst>
              <a:ext uri="{FF2B5EF4-FFF2-40B4-BE49-F238E27FC236}">
                <a16:creationId xmlns:a16="http://schemas.microsoft.com/office/drawing/2014/main" id="{907741FC-B544-4A6E-B831-6789D04233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6408741"/>
            <a:ext cx="12191998" cy="449257"/>
          </a:xfrm>
          <a:prstGeom prst="rect">
            <a:avLst/>
          </a:prstGeom>
          <a:gradFill>
            <a:gsLst>
              <a:gs pos="34000">
                <a:schemeClr val="accent4">
                  <a:alpha val="73000"/>
                </a:schemeClr>
              </a:gs>
              <a:gs pos="100000">
                <a:schemeClr val="accent5">
                  <a:alpha val="89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7" name="Rectangle 6156">
            <a:extLst>
              <a:ext uri="{FF2B5EF4-FFF2-40B4-BE49-F238E27FC236}">
                <a16:creationId xmlns:a16="http://schemas.microsoft.com/office/drawing/2014/main" id="{3F0BE7ED-7814-4273-B18A-F26CC0380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8314"/>
            <a:ext cx="8115300" cy="449258"/>
          </a:xfrm>
          <a:prstGeom prst="rect">
            <a:avLst/>
          </a:prstGeom>
          <a:gradFill>
            <a:gsLst>
              <a:gs pos="22000">
                <a:schemeClr val="accent5">
                  <a:lumMod val="60000"/>
                  <a:lumOff val="40000"/>
                  <a:alpha val="55000"/>
                </a:schemeClr>
              </a:gs>
              <a:gs pos="99000">
                <a:schemeClr val="accent2"/>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5-Point Star 3">
            <a:extLst>
              <a:ext uri="{FF2B5EF4-FFF2-40B4-BE49-F238E27FC236}">
                <a16:creationId xmlns:a16="http://schemas.microsoft.com/office/drawing/2014/main" id="{02CA5987-D1F2-0D26-5175-92760DFEC36B}"/>
              </a:ext>
            </a:extLst>
          </p:cNvPr>
          <p:cNvSpPr/>
          <p:nvPr/>
        </p:nvSpPr>
        <p:spPr>
          <a:xfrm>
            <a:off x="6179736" y="3315956"/>
            <a:ext cx="130629" cy="113044"/>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74068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D4C0BBB-0042-4603-A226-6117F3FD5B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C44F520-2598-460E-9F91-B02F60830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7F7F2020-3718-4400-926B-893A0FBDC0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00C66CE-2B3E-4513-9B9D-EC2B8182FA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26" y="5230792"/>
            <a:ext cx="12198725" cy="1645027"/>
          </a:xfrm>
          <a:prstGeom prst="rect">
            <a:avLst/>
          </a:prstGeom>
          <a:gradFill>
            <a:gsLst>
              <a:gs pos="0">
                <a:schemeClr val="accent5"/>
              </a:gs>
              <a:gs pos="100000">
                <a:schemeClr val="accent6"/>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9F3C764-BCFB-4F32-B897-6513FF0F65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26" y="5230792"/>
            <a:ext cx="8122026" cy="1653935"/>
          </a:xfrm>
          <a:prstGeom prst="rect">
            <a:avLst/>
          </a:prstGeom>
          <a:gradFill>
            <a:gsLst>
              <a:gs pos="24000">
                <a:schemeClr val="accent2">
                  <a:alpha val="0"/>
                </a:schemeClr>
              </a:gs>
              <a:gs pos="99000">
                <a:schemeClr val="accent2">
                  <a:alpha val="68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8411D24A-F765-48C8-813D-D3A5E5AAB1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895080" y="3111827"/>
            <a:ext cx="1177951" cy="5415888"/>
          </a:xfrm>
          <a:prstGeom prst="rect">
            <a:avLst/>
          </a:prstGeom>
          <a:gradFill>
            <a:gsLst>
              <a:gs pos="23000">
                <a:schemeClr val="accent4">
                  <a:alpha val="0"/>
                </a:schemeClr>
              </a:gs>
              <a:gs pos="99000">
                <a:schemeClr val="accent6">
                  <a:alpha val="33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C0DA8F-3C62-9C09-0C26-C8711796F3AA}"/>
              </a:ext>
            </a:extLst>
          </p:cNvPr>
          <p:cNvSpPr>
            <a:spLocks noGrp="1"/>
          </p:cNvSpPr>
          <p:nvPr>
            <p:ph type="title"/>
          </p:nvPr>
        </p:nvSpPr>
        <p:spPr>
          <a:xfrm>
            <a:off x="963349" y="5510306"/>
            <a:ext cx="7260031" cy="1092200"/>
          </a:xfrm>
        </p:spPr>
        <p:txBody>
          <a:bodyPr vert="horz" lIns="0" tIns="0" rIns="0" bIns="0" rtlCol="0" anchor="ctr">
            <a:normAutofit/>
          </a:bodyPr>
          <a:lstStyle/>
          <a:p>
            <a:r>
              <a:rPr lang="en-US" sz="3200" spc="750">
                <a:solidFill>
                  <a:schemeClr val="bg1"/>
                </a:solidFill>
              </a:rPr>
              <a:t>Feature importance</a:t>
            </a:r>
          </a:p>
        </p:txBody>
      </p:sp>
      <p:pic>
        <p:nvPicPr>
          <p:cNvPr id="4" name="Picture 4" descr="Chart, scatter chart&#10;&#10;Description automatically generated">
            <a:extLst>
              <a:ext uri="{FF2B5EF4-FFF2-40B4-BE49-F238E27FC236}">
                <a16:creationId xmlns:a16="http://schemas.microsoft.com/office/drawing/2014/main" id="{3AD8D502-8A27-04F0-35DC-9A6AA5B0D988}"/>
              </a:ext>
            </a:extLst>
          </p:cNvPr>
          <p:cNvPicPr>
            <a:picLocks noGrp="1" noChangeAspect="1"/>
          </p:cNvPicPr>
          <p:nvPr>
            <p:ph idx="1"/>
          </p:nvPr>
        </p:nvPicPr>
        <p:blipFill>
          <a:blip r:embed="rId3"/>
          <a:stretch>
            <a:fillRect/>
          </a:stretch>
        </p:blipFill>
        <p:spPr>
          <a:xfrm>
            <a:off x="302537" y="610521"/>
            <a:ext cx="6539514" cy="4399131"/>
          </a:xfrm>
          <a:prstGeom prst="rect">
            <a:avLst/>
          </a:prstGeom>
        </p:spPr>
      </p:pic>
      <p:pic>
        <p:nvPicPr>
          <p:cNvPr id="5" name="Picture 5" descr="Chart, scatter chart&#10;&#10;Description automatically generated">
            <a:extLst>
              <a:ext uri="{FF2B5EF4-FFF2-40B4-BE49-F238E27FC236}">
                <a16:creationId xmlns:a16="http://schemas.microsoft.com/office/drawing/2014/main" id="{775601D3-65DB-0339-0D12-BB1E26DF0D57}"/>
              </a:ext>
            </a:extLst>
          </p:cNvPr>
          <p:cNvPicPr>
            <a:picLocks noChangeAspect="1"/>
          </p:cNvPicPr>
          <p:nvPr/>
        </p:nvPicPr>
        <p:blipFill>
          <a:blip r:embed="rId4"/>
          <a:stretch>
            <a:fillRect/>
          </a:stretch>
        </p:blipFill>
        <p:spPr>
          <a:xfrm>
            <a:off x="6844769" y="465599"/>
            <a:ext cx="4612870" cy="4544051"/>
          </a:xfrm>
          <a:prstGeom prst="rect">
            <a:avLst/>
          </a:prstGeom>
        </p:spPr>
      </p:pic>
    </p:spTree>
    <p:extLst>
      <p:ext uri="{BB962C8B-B14F-4D97-AF65-F5344CB8AC3E}">
        <p14:creationId xmlns:p14="http://schemas.microsoft.com/office/powerpoint/2010/main" val="2518427207"/>
      </p:ext>
    </p:extLst>
  </p:cSld>
  <p:clrMapOvr>
    <a:masterClrMapping/>
  </p:clrMapOvr>
</p:sld>
</file>

<file path=ppt/theme/theme1.xml><?xml version="1.0" encoding="utf-8"?>
<a:theme xmlns:a="http://schemas.openxmlformats.org/drawingml/2006/main" name="GradientRiseVTI">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RiseVTI" id="{C2FC082F-B444-4222-AF20-78444CCB5722}" vid="{39F213E4-0CBC-40CB-B3F6-8C5562B6B99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21</Slides>
  <Notes>18</Notes>
  <HiddenSlides>4</HiddenSlide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GradientRiseVTI</vt:lpstr>
      <vt:lpstr>Predicting Parkinson’s Disease  with Voice Signals using  Machine Learning Algorithms </vt:lpstr>
      <vt:lpstr>Parkinson’s disease</vt:lpstr>
      <vt:lpstr>Study purpose</vt:lpstr>
      <vt:lpstr>Methods</vt:lpstr>
      <vt:lpstr>Primary outcome</vt:lpstr>
      <vt:lpstr>Measures </vt:lpstr>
      <vt:lpstr>Statistical analysis</vt:lpstr>
      <vt:lpstr>Machine learning algorithms</vt:lpstr>
      <vt:lpstr>Model improvement</vt:lpstr>
      <vt:lpstr>Results- Training accuracy</vt:lpstr>
      <vt:lpstr>Results- Training roc-auc</vt:lpstr>
      <vt:lpstr>Results–Model improvement</vt:lpstr>
      <vt:lpstr>Results – Test Set  </vt:lpstr>
      <vt:lpstr>Discussion</vt:lpstr>
      <vt:lpstr>Discussion</vt:lpstr>
      <vt:lpstr>Conclusion</vt:lpstr>
      <vt:lpstr>Thank you</vt:lpstr>
      <vt:lpstr>Classification tree</vt:lpstr>
      <vt:lpstr>Lasso regularization</vt:lpstr>
      <vt:lpstr>Pr-auc evaluation</vt:lpstr>
      <vt:lpstr>Feature importance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1</cp:revision>
  <dcterms:created xsi:type="dcterms:W3CDTF">2023-04-06T20:46:55Z</dcterms:created>
  <dcterms:modified xsi:type="dcterms:W3CDTF">2023-04-17T23:30:01Z</dcterms:modified>
</cp:coreProperties>
</file>